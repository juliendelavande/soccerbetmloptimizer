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authors.xml" ContentType="application/vnd.ms-powerpoint.author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5"/>
  </p:notesMasterIdLst>
  <p:handoutMasterIdLst>
    <p:handoutMasterId r:id="rId26"/>
  </p:handoutMasterIdLst>
  <p:sldIdLst>
    <p:sldId id="259" r:id="rId5"/>
    <p:sldId id="288" r:id="rId6"/>
    <p:sldId id="283" r:id="rId7"/>
    <p:sldId id="284" r:id="rId8"/>
    <p:sldId id="289" r:id="rId9"/>
    <p:sldId id="286" r:id="rId10"/>
    <p:sldId id="287" r:id="rId11"/>
    <p:sldId id="290" r:id="rId12"/>
    <p:sldId id="291" r:id="rId13"/>
    <p:sldId id="292" r:id="rId14"/>
    <p:sldId id="293" r:id="rId15"/>
    <p:sldId id="294" r:id="rId16"/>
    <p:sldId id="282" r:id="rId17"/>
    <p:sldId id="276" r:id="rId18"/>
    <p:sldId id="280" r:id="rId19"/>
    <p:sldId id="281" r:id="rId20"/>
    <p:sldId id="279" r:id="rId21"/>
    <p:sldId id="272" r:id="rId22"/>
    <p:sldId id="285" r:id="rId23"/>
    <p:sldId id="267" r:id="rId2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00C37BD-E025-50BF-ABAF-5168386DF47A}" name="Rocco, Mila" initials="RM" userId="S::mrocco511@headmind.com::53ccab19-a916-4d94-842a-76ccf24b86d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00B0F0"/>
    <a:srgbClr val="003057"/>
    <a:srgbClr val="5799D5"/>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BE475A-DFBA-316D-A36B-81EAD1910EEE}" v="11" dt="2024-02-08T07:16:14.145"/>
    <p1510:client id="{3332C888-4435-AAC2-AACB-1240A451D4AB}" v="101" dt="2024-02-08T14:50:32.282"/>
    <p1510:client id="{5120F6E3-D5F6-893A-76DB-E1C39F2B0E6E}" v="2" dt="2024-02-07T16:09:45.741"/>
    <p1510:client id="{5B659D79-F204-CC4C-B924-B744E3A72263}" v="22" dt="2024-02-07T09:55:36.358"/>
    <p1510:client id="{8DC55C13-FF8B-B8F2-5F98-FB644742AB1B}" v="2" dt="2024-02-08T10:38:06.403"/>
    <p1510:client id="{AAFE6093-9720-EE11-A43D-A94DFD7A9EFB}" v="150" dt="2024-02-08T10:22:08.690"/>
    <p1510:client id="{B437B523-C343-2D90-9588-E6D7899BA12B}" v="11" dt="2024-02-08T09:43:25.961"/>
    <p1510:client id="{BAAA40C2-ECDD-4BB2-A38B-3A5AFA6F74E4}" v="5" dt="2024-02-08T09:59:59.2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cco, Mila" userId="S::mrocco511@headmind.com::53ccab19-a916-4d94-842a-76ccf24b86d4" providerId="AD" clId="Web-{5B659D79-F204-CC4C-B924-B744E3A72263}"/>
    <pc:docChg chg="delSld modSld">
      <pc:chgData name="Rocco, Mila" userId="S::mrocco511@headmind.com::53ccab19-a916-4d94-842a-76ccf24b86d4" providerId="AD" clId="Web-{5B659D79-F204-CC4C-B924-B744E3A72263}" dt="2024-02-07T09:55:36.358" v="18"/>
      <pc:docMkLst>
        <pc:docMk/>
      </pc:docMkLst>
      <pc:sldChg chg="addSp modSp">
        <pc:chgData name="Rocco, Mila" userId="S::mrocco511@headmind.com::53ccab19-a916-4d94-842a-76ccf24b86d4" providerId="AD" clId="Web-{5B659D79-F204-CC4C-B924-B744E3A72263}" dt="2024-02-07T09:55:08.873" v="17" actId="1076"/>
        <pc:sldMkLst>
          <pc:docMk/>
          <pc:sldMk cId="3608969252" sldId="267"/>
        </pc:sldMkLst>
        <pc:picChg chg="mod ord">
          <ac:chgData name="Rocco, Mila" userId="S::mrocco511@headmind.com::53ccab19-a916-4d94-842a-76ccf24b86d4" providerId="AD" clId="Web-{5B659D79-F204-CC4C-B924-B744E3A72263}" dt="2024-02-07T09:55:08.873" v="17" actId="1076"/>
          <ac:picMkLst>
            <pc:docMk/>
            <pc:sldMk cId="3608969252" sldId="267"/>
            <ac:picMk id="2" creationId="{B55583D1-0946-C68A-7151-12729D036120}"/>
          </ac:picMkLst>
        </pc:picChg>
        <pc:picChg chg="add mod">
          <ac:chgData name="Rocco, Mila" userId="S::mrocco511@headmind.com::53ccab19-a916-4d94-842a-76ccf24b86d4" providerId="AD" clId="Web-{5B659D79-F204-CC4C-B924-B744E3A72263}" dt="2024-02-07T09:54:35.856" v="10" actId="1076"/>
          <ac:picMkLst>
            <pc:docMk/>
            <pc:sldMk cId="3608969252" sldId="267"/>
            <ac:picMk id="3" creationId="{161D0C9C-ED65-6CFE-DC30-B23700756C9E}"/>
          </ac:picMkLst>
        </pc:picChg>
      </pc:sldChg>
      <pc:sldChg chg="del">
        <pc:chgData name="Rocco, Mila" userId="S::mrocco511@headmind.com::53ccab19-a916-4d94-842a-76ccf24b86d4" providerId="AD" clId="Web-{5B659D79-F204-CC4C-B924-B744E3A72263}" dt="2024-02-07T09:55:36.358" v="18"/>
        <pc:sldMkLst>
          <pc:docMk/>
          <pc:sldMk cId="3199053671" sldId="270"/>
        </pc:sldMkLst>
      </pc:sldChg>
      <pc:sldChg chg="modSp">
        <pc:chgData name="Rocco, Mila" userId="S::mrocco511@headmind.com::53ccab19-a916-4d94-842a-76ccf24b86d4" providerId="AD" clId="Web-{5B659D79-F204-CC4C-B924-B744E3A72263}" dt="2024-02-07T09:51:22.913" v="1" actId="20577"/>
        <pc:sldMkLst>
          <pc:docMk/>
          <pc:sldMk cId="3456476732" sldId="272"/>
        </pc:sldMkLst>
        <pc:spChg chg="mod">
          <ac:chgData name="Rocco, Mila" userId="S::mrocco511@headmind.com::53ccab19-a916-4d94-842a-76ccf24b86d4" providerId="AD" clId="Web-{5B659D79-F204-CC4C-B924-B744E3A72263}" dt="2024-02-07T09:51:22.913" v="1" actId="20577"/>
          <ac:spMkLst>
            <pc:docMk/>
            <pc:sldMk cId="3456476732" sldId="272"/>
            <ac:spMk id="2" creationId="{00000000-0000-0000-0000-000000000000}"/>
          </ac:spMkLst>
        </pc:spChg>
      </pc:sldChg>
    </pc:docChg>
  </pc:docChgLst>
  <pc:docChgLst>
    <pc:chgData name="Rocco, Mila" userId="S::mrocco511@headmind.com::53ccab19-a916-4d94-842a-76ccf24b86d4" providerId="AD" clId="Web-{3332C888-4435-AAC2-AACB-1240A451D4AB}"/>
    <pc:docChg chg="modSld">
      <pc:chgData name="Rocco, Mila" userId="S::mrocco511@headmind.com::53ccab19-a916-4d94-842a-76ccf24b86d4" providerId="AD" clId="Web-{3332C888-4435-AAC2-AACB-1240A451D4AB}" dt="2024-02-08T14:50:32.282" v="95"/>
      <pc:docMkLst>
        <pc:docMk/>
      </pc:docMkLst>
      <pc:sldChg chg="modSp">
        <pc:chgData name="Rocco, Mila" userId="S::mrocco511@headmind.com::53ccab19-a916-4d94-842a-76ccf24b86d4" providerId="AD" clId="Web-{3332C888-4435-AAC2-AACB-1240A451D4AB}" dt="2024-02-08T14:41:09.322" v="6" actId="20577"/>
        <pc:sldMkLst>
          <pc:docMk/>
          <pc:sldMk cId="1488571752" sldId="259"/>
        </pc:sldMkLst>
        <pc:spChg chg="mod">
          <ac:chgData name="Rocco, Mila" userId="S::mrocco511@headmind.com::53ccab19-a916-4d94-842a-76ccf24b86d4" providerId="AD" clId="Web-{3332C888-4435-AAC2-AACB-1240A451D4AB}" dt="2024-02-08T14:41:01.540" v="2" actId="20577"/>
          <ac:spMkLst>
            <pc:docMk/>
            <pc:sldMk cId="1488571752" sldId="259"/>
            <ac:spMk id="4" creationId="{00000000-0000-0000-0000-000000000000}"/>
          </ac:spMkLst>
        </pc:spChg>
        <pc:spChg chg="mod">
          <ac:chgData name="Rocco, Mila" userId="S::mrocco511@headmind.com::53ccab19-a916-4d94-842a-76ccf24b86d4" providerId="AD" clId="Web-{3332C888-4435-AAC2-AACB-1240A451D4AB}" dt="2024-02-08T14:41:09.322" v="6" actId="20577"/>
          <ac:spMkLst>
            <pc:docMk/>
            <pc:sldMk cId="1488571752" sldId="259"/>
            <ac:spMk id="5" creationId="{00000000-0000-0000-0000-000000000000}"/>
          </ac:spMkLst>
        </pc:spChg>
      </pc:sldChg>
      <pc:sldChg chg="addSp delSp modSp">
        <pc:chgData name="Rocco, Mila" userId="S::mrocco511@headmind.com::53ccab19-a916-4d94-842a-76ccf24b86d4" providerId="AD" clId="Web-{3332C888-4435-AAC2-AACB-1240A451D4AB}" dt="2024-02-08T14:50:32.282" v="95"/>
        <pc:sldMkLst>
          <pc:docMk/>
          <pc:sldMk cId="3608969252" sldId="267"/>
        </pc:sldMkLst>
        <pc:spChg chg="add mod">
          <ac:chgData name="Rocco, Mila" userId="S::mrocco511@headmind.com::53ccab19-a916-4d94-842a-76ccf24b86d4" providerId="AD" clId="Web-{3332C888-4435-AAC2-AACB-1240A451D4AB}" dt="2024-02-08T14:50:32.282" v="95"/>
          <ac:spMkLst>
            <pc:docMk/>
            <pc:sldMk cId="3608969252" sldId="267"/>
            <ac:spMk id="5" creationId="{5AC304C2-3490-67E7-C0FD-D3B19FA14192}"/>
          </ac:spMkLst>
        </pc:spChg>
        <pc:spChg chg="del">
          <ac:chgData name="Rocco, Mila" userId="S::mrocco511@headmind.com::53ccab19-a916-4d94-842a-76ccf24b86d4" providerId="AD" clId="Web-{3332C888-4435-AAC2-AACB-1240A451D4AB}" dt="2024-02-08T14:50:32.063" v="94"/>
          <ac:spMkLst>
            <pc:docMk/>
            <pc:sldMk cId="3608969252" sldId="267"/>
            <ac:spMk id="16" creationId="{00000000-0000-0000-0000-000000000000}"/>
          </ac:spMkLst>
        </pc:spChg>
      </pc:sldChg>
      <pc:sldChg chg="addSp delSp modSp delCm">
        <pc:chgData name="Rocco, Mila" userId="S::mrocco511@headmind.com::53ccab19-a916-4d94-842a-76ccf24b86d4" providerId="AD" clId="Web-{3332C888-4435-AAC2-AACB-1240A451D4AB}" dt="2024-02-08T14:49:28.406" v="73"/>
        <pc:sldMkLst>
          <pc:docMk/>
          <pc:sldMk cId="2888557728" sldId="271"/>
        </pc:sldMkLst>
        <pc:spChg chg="add mod">
          <ac:chgData name="Rocco, Mila" userId="S::mrocco511@headmind.com::53ccab19-a916-4d94-842a-76ccf24b86d4" providerId="AD" clId="Web-{3332C888-4435-AAC2-AACB-1240A451D4AB}" dt="2024-02-08T14:49:21.437" v="72"/>
          <ac:spMkLst>
            <pc:docMk/>
            <pc:sldMk cId="2888557728" sldId="271"/>
            <ac:spMk id="3" creationId="{C45496E9-7BD6-1692-F6CD-95E8C411B0DC}"/>
          </ac:spMkLst>
        </pc:spChg>
        <pc:spChg chg="del">
          <ac:chgData name="Rocco, Mila" userId="S::mrocco511@headmind.com::53ccab19-a916-4d94-842a-76ccf24b86d4" providerId="AD" clId="Web-{3332C888-4435-AAC2-AACB-1240A451D4AB}" dt="2024-02-08T14:49:21.094" v="71"/>
          <ac:spMkLst>
            <pc:docMk/>
            <pc:sldMk cId="2888557728" sldId="271"/>
            <ac:spMk id="26" creationId="{00000000-0000-0000-0000-000000000000}"/>
          </ac:spMkLst>
        </pc:spChg>
        <pc:spChg chg="mod">
          <ac:chgData name="Rocco, Mila" userId="S::mrocco511@headmind.com::53ccab19-a916-4d94-842a-76ccf24b86d4" providerId="AD" clId="Web-{3332C888-4435-AAC2-AACB-1240A451D4AB}" dt="2024-02-08T14:46:01.778" v="53" actId="20577"/>
          <ac:spMkLst>
            <pc:docMk/>
            <pc:sldMk cId="2888557728" sldId="271"/>
            <ac:spMk id="26626" creationId="{00000000-0000-0000-0000-000000000000}"/>
          </ac:spMkLst>
        </pc:spChg>
        <pc:extLst>
          <p:ext xmlns:p="http://schemas.openxmlformats.org/presentationml/2006/main" uri="{D6D511B9-2390-475A-947B-AFAB55BFBCF1}">
            <pc226:cmChg xmlns:pc226="http://schemas.microsoft.com/office/powerpoint/2022/06/main/command" chg="del">
              <pc226:chgData name="Rocco, Mila" userId="S::mrocco511@headmind.com::53ccab19-a916-4d94-842a-76ccf24b86d4" providerId="AD" clId="Web-{3332C888-4435-AAC2-AACB-1240A451D4AB}" dt="2024-02-08T14:49:28.406" v="73"/>
              <pc2:cmMkLst xmlns:pc2="http://schemas.microsoft.com/office/powerpoint/2019/9/main/command">
                <pc:docMk/>
                <pc:sldMk cId="2888557728" sldId="271"/>
                <pc2:cmMk id="{0ED6219F-FFCF-4E3F-85F5-B8A6D040E959}"/>
              </pc2:cmMkLst>
            </pc226:cmChg>
          </p:ext>
        </pc:extLst>
      </pc:sldChg>
      <pc:sldChg chg="addSp delSp modSp">
        <pc:chgData name="Rocco, Mila" userId="S::mrocco511@headmind.com::53ccab19-a916-4d94-842a-76ccf24b86d4" providerId="AD" clId="Web-{3332C888-4435-AAC2-AACB-1240A451D4AB}" dt="2024-02-08T14:49:38.797" v="75"/>
        <pc:sldMkLst>
          <pc:docMk/>
          <pc:sldMk cId="3456476732" sldId="272"/>
        </pc:sldMkLst>
        <pc:spChg chg="del">
          <ac:chgData name="Rocco, Mila" userId="S::mrocco511@headmind.com::53ccab19-a916-4d94-842a-76ccf24b86d4" providerId="AD" clId="Web-{3332C888-4435-AAC2-AACB-1240A451D4AB}" dt="2024-02-08T14:49:38.453" v="74"/>
          <ac:spMkLst>
            <pc:docMk/>
            <pc:sldMk cId="3456476732" sldId="272"/>
            <ac:spMk id="10" creationId="{00000000-0000-0000-0000-000000000000}"/>
          </ac:spMkLst>
        </pc:spChg>
        <pc:spChg chg="add mod">
          <ac:chgData name="Rocco, Mila" userId="S::mrocco511@headmind.com::53ccab19-a916-4d94-842a-76ccf24b86d4" providerId="AD" clId="Web-{3332C888-4435-AAC2-AACB-1240A451D4AB}" dt="2024-02-08T14:49:38.797" v="75"/>
          <ac:spMkLst>
            <pc:docMk/>
            <pc:sldMk cId="3456476732" sldId="272"/>
            <ac:spMk id="40" creationId="{E922CEBC-0518-897F-F9A4-B70C8B3B2FD2}"/>
          </ac:spMkLst>
        </pc:spChg>
      </pc:sldChg>
      <pc:sldChg chg="addSp delSp modSp">
        <pc:chgData name="Rocco, Mila" userId="S::mrocco511@headmind.com::53ccab19-a916-4d94-842a-76ccf24b86d4" providerId="AD" clId="Web-{3332C888-4435-AAC2-AACB-1240A451D4AB}" dt="2024-02-08T14:50:18.235" v="89"/>
        <pc:sldMkLst>
          <pc:docMk/>
          <pc:sldMk cId="1526949314" sldId="273"/>
        </pc:sldMkLst>
        <pc:spChg chg="add mod">
          <ac:chgData name="Rocco, Mila" userId="S::mrocco511@headmind.com::53ccab19-a916-4d94-842a-76ccf24b86d4" providerId="AD" clId="Web-{3332C888-4435-AAC2-AACB-1240A451D4AB}" dt="2024-02-08T14:50:18.235" v="89"/>
          <ac:spMkLst>
            <pc:docMk/>
            <pc:sldMk cId="1526949314" sldId="273"/>
            <ac:spMk id="3" creationId="{DDD76C9F-7874-5BCB-20E5-6A053C82E579}"/>
          </ac:spMkLst>
        </pc:spChg>
        <pc:spChg chg="del">
          <ac:chgData name="Rocco, Mila" userId="S::mrocco511@headmind.com::53ccab19-a916-4d94-842a-76ccf24b86d4" providerId="AD" clId="Web-{3332C888-4435-AAC2-AACB-1240A451D4AB}" dt="2024-02-08T14:50:17.938" v="88"/>
          <ac:spMkLst>
            <pc:docMk/>
            <pc:sldMk cId="1526949314" sldId="273"/>
            <ac:spMk id="7" creationId="{00000000-0000-0000-0000-000000000000}"/>
          </ac:spMkLst>
        </pc:spChg>
      </pc:sldChg>
      <pc:sldChg chg="modSp">
        <pc:chgData name="Rocco, Mila" userId="S::mrocco511@headmind.com::53ccab19-a916-4d94-842a-76ccf24b86d4" providerId="AD" clId="Web-{3332C888-4435-AAC2-AACB-1240A451D4AB}" dt="2024-02-08T14:49:01.578" v="66" actId="20577"/>
        <pc:sldMkLst>
          <pc:docMk/>
          <pc:sldMk cId="800575064" sldId="276"/>
        </pc:sldMkLst>
        <pc:spChg chg="mod">
          <ac:chgData name="Rocco, Mila" userId="S::mrocco511@headmind.com::53ccab19-a916-4d94-842a-76ccf24b86d4" providerId="AD" clId="Web-{3332C888-4435-AAC2-AACB-1240A451D4AB}" dt="2024-02-08T14:49:01.578" v="66" actId="20577"/>
          <ac:spMkLst>
            <pc:docMk/>
            <pc:sldMk cId="800575064" sldId="276"/>
            <ac:spMk id="25" creationId="{00000000-0000-0000-0000-000000000000}"/>
          </ac:spMkLst>
        </pc:spChg>
        <pc:spChg chg="mod">
          <ac:chgData name="Rocco, Mila" userId="S::mrocco511@headmind.com::53ccab19-a916-4d94-842a-76ccf24b86d4" providerId="AD" clId="Web-{3332C888-4435-AAC2-AACB-1240A451D4AB}" dt="2024-02-08T14:44:35.809" v="24" actId="20577"/>
          <ac:spMkLst>
            <pc:docMk/>
            <pc:sldMk cId="800575064" sldId="276"/>
            <ac:spMk id="26626" creationId="{00000000-0000-0000-0000-000000000000}"/>
          </ac:spMkLst>
        </pc:spChg>
      </pc:sldChg>
      <pc:sldChg chg="addSp delSp modSp">
        <pc:chgData name="Rocco, Mila" userId="S::mrocco511@headmind.com::53ccab19-a916-4d94-842a-76ccf24b86d4" providerId="AD" clId="Web-{3332C888-4435-AAC2-AACB-1240A451D4AB}" dt="2024-02-08T14:50:23.391" v="91"/>
        <pc:sldMkLst>
          <pc:docMk/>
          <pc:sldMk cId="686505064" sldId="277"/>
        </pc:sldMkLst>
        <pc:spChg chg="add mod">
          <ac:chgData name="Rocco, Mila" userId="S::mrocco511@headmind.com::53ccab19-a916-4d94-842a-76ccf24b86d4" providerId="AD" clId="Web-{3332C888-4435-AAC2-AACB-1240A451D4AB}" dt="2024-02-08T14:50:23.391" v="91"/>
          <ac:spMkLst>
            <pc:docMk/>
            <pc:sldMk cId="686505064" sldId="277"/>
            <ac:spMk id="5" creationId="{6D675D98-4B29-6F13-62C7-7BA8E89A1B77}"/>
          </ac:spMkLst>
        </pc:spChg>
        <pc:spChg chg="del">
          <ac:chgData name="Rocco, Mila" userId="S::mrocco511@headmind.com::53ccab19-a916-4d94-842a-76ccf24b86d4" providerId="AD" clId="Web-{3332C888-4435-AAC2-AACB-1240A451D4AB}" dt="2024-02-08T14:50:23.126" v="90"/>
          <ac:spMkLst>
            <pc:docMk/>
            <pc:sldMk cId="686505064" sldId="277"/>
            <ac:spMk id="20" creationId="{00000000-0000-0000-0000-000000000000}"/>
          </ac:spMkLst>
        </pc:spChg>
      </pc:sldChg>
      <pc:sldChg chg="addSp delSp modSp">
        <pc:chgData name="Rocco, Mila" userId="S::mrocco511@headmind.com::53ccab19-a916-4d94-842a-76ccf24b86d4" providerId="AD" clId="Web-{3332C888-4435-AAC2-AACB-1240A451D4AB}" dt="2024-02-08T14:50:27.798" v="93"/>
        <pc:sldMkLst>
          <pc:docMk/>
          <pc:sldMk cId="3389681158" sldId="278"/>
        </pc:sldMkLst>
        <pc:spChg chg="add mod">
          <ac:chgData name="Rocco, Mila" userId="S::mrocco511@headmind.com::53ccab19-a916-4d94-842a-76ccf24b86d4" providerId="AD" clId="Web-{3332C888-4435-AAC2-AACB-1240A451D4AB}" dt="2024-02-08T14:50:27.798" v="93"/>
          <ac:spMkLst>
            <pc:docMk/>
            <pc:sldMk cId="3389681158" sldId="278"/>
            <ac:spMk id="4" creationId="{2E077E76-AC9E-4514-891F-8362FB33EBBD}"/>
          </ac:spMkLst>
        </pc:spChg>
        <pc:spChg chg="del">
          <ac:chgData name="Rocco, Mila" userId="S::mrocco511@headmind.com::53ccab19-a916-4d94-842a-76ccf24b86d4" providerId="AD" clId="Web-{3332C888-4435-AAC2-AACB-1240A451D4AB}" dt="2024-02-08T14:50:27.563" v="92"/>
          <ac:spMkLst>
            <pc:docMk/>
            <pc:sldMk cId="3389681158" sldId="278"/>
            <ac:spMk id="20" creationId="{00000000-0000-0000-0000-000000000000}"/>
          </ac:spMkLst>
        </pc:spChg>
      </pc:sldChg>
      <pc:sldChg chg="addSp delSp modSp">
        <pc:chgData name="Rocco, Mila" userId="S::mrocco511@headmind.com::53ccab19-a916-4d94-842a-76ccf24b86d4" providerId="AD" clId="Web-{3332C888-4435-AAC2-AACB-1240A451D4AB}" dt="2024-02-08T14:49:15.234" v="70"/>
        <pc:sldMkLst>
          <pc:docMk/>
          <pc:sldMk cId="1835903357" sldId="279"/>
        </pc:sldMkLst>
        <pc:spChg chg="mod">
          <ac:chgData name="Rocco, Mila" userId="S::mrocco511@headmind.com::53ccab19-a916-4d94-842a-76ccf24b86d4" providerId="AD" clId="Web-{3332C888-4435-AAC2-AACB-1240A451D4AB}" dt="2024-02-08T14:45:32.466" v="38" actId="20577"/>
          <ac:spMkLst>
            <pc:docMk/>
            <pc:sldMk cId="1835903357" sldId="279"/>
            <ac:spMk id="2" creationId="{00000000-0000-0000-0000-000000000000}"/>
          </ac:spMkLst>
        </pc:spChg>
        <pc:spChg chg="add del">
          <ac:chgData name="Rocco, Mila" userId="S::mrocco511@headmind.com::53ccab19-a916-4d94-842a-76ccf24b86d4" providerId="AD" clId="Web-{3332C888-4435-AAC2-AACB-1240A451D4AB}" dt="2024-02-08T14:49:12.375" v="68"/>
          <ac:spMkLst>
            <pc:docMk/>
            <pc:sldMk cId="1835903357" sldId="279"/>
            <ac:spMk id="8" creationId="{B512D614-BF2B-C426-DF38-B40C943E89ED}"/>
          </ac:spMkLst>
        </pc:spChg>
        <pc:spChg chg="del">
          <ac:chgData name="Rocco, Mila" userId="S::mrocco511@headmind.com::53ccab19-a916-4d94-842a-76ccf24b86d4" providerId="AD" clId="Web-{3332C888-4435-AAC2-AACB-1240A451D4AB}" dt="2024-02-08T14:49:14.937" v="69"/>
          <ac:spMkLst>
            <pc:docMk/>
            <pc:sldMk cId="1835903357" sldId="279"/>
            <ac:spMk id="12" creationId="{00000000-0000-0000-0000-000000000000}"/>
          </ac:spMkLst>
        </pc:spChg>
        <pc:spChg chg="add mod">
          <ac:chgData name="Rocco, Mila" userId="S::mrocco511@headmind.com::53ccab19-a916-4d94-842a-76ccf24b86d4" providerId="AD" clId="Web-{3332C888-4435-AAC2-AACB-1240A451D4AB}" dt="2024-02-08T14:49:15.234" v="70"/>
          <ac:spMkLst>
            <pc:docMk/>
            <pc:sldMk cId="1835903357" sldId="279"/>
            <ac:spMk id="14" creationId="{440031CA-4178-86EA-631A-3FB79B364A45}"/>
          </ac:spMkLst>
        </pc:spChg>
      </pc:sldChg>
      <pc:sldChg chg="addSp delSp modSp">
        <pc:chgData name="Rocco, Mila" userId="S::mrocco511@headmind.com::53ccab19-a916-4d94-842a-76ccf24b86d4" providerId="AD" clId="Web-{3332C888-4435-AAC2-AACB-1240A451D4AB}" dt="2024-02-08T14:49:45.047" v="77"/>
        <pc:sldMkLst>
          <pc:docMk/>
          <pc:sldMk cId="770102036" sldId="280"/>
        </pc:sldMkLst>
        <pc:spChg chg="add mod">
          <ac:chgData name="Rocco, Mila" userId="S::mrocco511@headmind.com::53ccab19-a916-4d94-842a-76ccf24b86d4" providerId="AD" clId="Web-{3332C888-4435-AAC2-AACB-1240A451D4AB}" dt="2024-02-08T14:49:45.047" v="77"/>
          <ac:spMkLst>
            <pc:docMk/>
            <pc:sldMk cId="770102036" sldId="280"/>
            <ac:spMk id="3" creationId="{90E4A145-5F82-8774-2A8B-F27B53AD395B}"/>
          </ac:spMkLst>
        </pc:spChg>
        <pc:spChg chg="del">
          <ac:chgData name="Rocco, Mila" userId="S::mrocco511@headmind.com::53ccab19-a916-4d94-842a-76ccf24b86d4" providerId="AD" clId="Web-{3332C888-4435-AAC2-AACB-1240A451D4AB}" dt="2024-02-08T14:49:44.750" v="76"/>
          <ac:spMkLst>
            <pc:docMk/>
            <pc:sldMk cId="770102036" sldId="280"/>
            <ac:spMk id="7" creationId="{00000000-0000-0000-0000-000000000000}"/>
          </ac:spMkLst>
        </pc:spChg>
      </pc:sldChg>
      <pc:sldChg chg="addSp delSp modSp">
        <pc:chgData name="Rocco, Mila" userId="S::mrocco511@headmind.com::53ccab19-a916-4d94-842a-76ccf24b86d4" providerId="AD" clId="Web-{3332C888-4435-AAC2-AACB-1240A451D4AB}" dt="2024-02-08T14:49:50.453" v="79"/>
        <pc:sldMkLst>
          <pc:docMk/>
          <pc:sldMk cId="2156240759" sldId="281"/>
        </pc:sldMkLst>
        <pc:spChg chg="del">
          <ac:chgData name="Rocco, Mila" userId="S::mrocco511@headmind.com::53ccab19-a916-4d94-842a-76ccf24b86d4" providerId="AD" clId="Web-{3332C888-4435-AAC2-AACB-1240A451D4AB}" dt="2024-02-08T14:49:50.281" v="78"/>
          <ac:spMkLst>
            <pc:docMk/>
            <pc:sldMk cId="2156240759" sldId="281"/>
            <ac:spMk id="5" creationId="{00000000-0000-0000-0000-000000000000}"/>
          </ac:spMkLst>
        </pc:spChg>
        <pc:spChg chg="add mod">
          <ac:chgData name="Rocco, Mila" userId="S::mrocco511@headmind.com::53ccab19-a916-4d94-842a-76ccf24b86d4" providerId="AD" clId="Web-{3332C888-4435-AAC2-AACB-1240A451D4AB}" dt="2024-02-08T14:49:50.453" v="79"/>
          <ac:spMkLst>
            <pc:docMk/>
            <pc:sldMk cId="2156240759" sldId="281"/>
            <ac:spMk id="12" creationId="{44D870AB-A2DA-B0C8-4B07-24ABB82DB8FC}"/>
          </ac:spMkLst>
        </pc:spChg>
      </pc:sldChg>
      <pc:sldChg chg="addSp delSp modSp">
        <pc:chgData name="Rocco, Mila" userId="S::mrocco511@headmind.com::53ccab19-a916-4d94-842a-76ccf24b86d4" providerId="AD" clId="Web-{3332C888-4435-AAC2-AACB-1240A451D4AB}" dt="2024-02-08T14:49:54.641" v="81"/>
        <pc:sldMkLst>
          <pc:docMk/>
          <pc:sldMk cId="79592898" sldId="282"/>
        </pc:sldMkLst>
        <pc:spChg chg="del">
          <ac:chgData name="Rocco, Mila" userId="S::mrocco511@headmind.com::53ccab19-a916-4d94-842a-76ccf24b86d4" providerId="AD" clId="Web-{3332C888-4435-AAC2-AACB-1240A451D4AB}" dt="2024-02-08T14:49:54.407" v="80"/>
          <ac:spMkLst>
            <pc:docMk/>
            <pc:sldMk cId="79592898" sldId="282"/>
            <ac:spMk id="5" creationId="{00000000-0000-0000-0000-000000000000}"/>
          </ac:spMkLst>
        </pc:spChg>
        <pc:spChg chg="add mod">
          <ac:chgData name="Rocco, Mila" userId="S::mrocco511@headmind.com::53ccab19-a916-4d94-842a-76ccf24b86d4" providerId="AD" clId="Web-{3332C888-4435-AAC2-AACB-1240A451D4AB}" dt="2024-02-08T14:49:54.641" v="81"/>
          <ac:spMkLst>
            <pc:docMk/>
            <pc:sldMk cId="79592898" sldId="282"/>
            <ac:spMk id="10" creationId="{AC2C93EC-9EA5-1BCC-59E1-896A8285D89E}"/>
          </ac:spMkLst>
        </pc:spChg>
      </pc:sldChg>
      <pc:sldChg chg="addSp delSp modSp">
        <pc:chgData name="Rocco, Mila" userId="S::mrocco511@headmind.com::53ccab19-a916-4d94-842a-76ccf24b86d4" providerId="AD" clId="Web-{3332C888-4435-AAC2-AACB-1240A451D4AB}" dt="2024-02-08T14:50:13.204" v="87"/>
        <pc:sldMkLst>
          <pc:docMk/>
          <pc:sldMk cId="1710779151" sldId="283"/>
        </pc:sldMkLst>
        <pc:spChg chg="mod">
          <ac:chgData name="Rocco, Mila" userId="S::mrocco511@headmind.com::53ccab19-a916-4d94-842a-76ccf24b86d4" providerId="AD" clId="Web-{3332C888-4435-AAC2-AACB-1240A451D4AB}" dt="2024-02-08T14:48:17.374" v="59" actId="20577"/>
          <ac:spMkLst>
            <pc:docMk/>
            <pc:sldMk cId="1710779151" sldId="283"/>
            <ac:spMk id="2" creationId="{B9C7CD33-EE86-1396-A2C2-0A2029D56C3D}"/>
          </ac:spMkLst>
        </pc:spChg>
        <pc:spChg chg="del">
          <ac:chgData name="Rocco, Mila" userId="S::mrocco511@headmind.com::53ccab19-a916-4d94-842a-76ccf24b86d4" providerId="AD" clId="Web-{3332C888-4435-AAC2-AACB-1240A451D4AB}" dt="2024-02-08T14:50:12.922" v="86"/>
          <ac:spMkLst>
            <pc:docMk/>
            <pc:sldMk cId="1710779151" sldId="283"/>
            <ac:spMk id="5" creationId="{C0B974FC-0FC4-059B-27AC-5CF5226BF5BC}"/>
          </ac:spMkLst>
        </pc:spChg>
        <pc:spChg chg="add mod">
          <ac:chgData name="Rocco, Mila" userId="S::mrocco511@headmind.com::53ccab19-a916-4d94-842a-76ccf24b86d4" providerId="AD" clId="Web-{3332C888-4435-AAC2-AACB-1240A451D4AB}" dt="2024-02-08T14:50:13.204" v="87"/>
          <ac:spMkLst>
            <pc:docMk/>
            <pc:sldMk cId="1710779151" sldId="283"/>
            <ac:spMk id="7" creationId="{CAE9B20F-F657-B13A-FD7A-9161D0FA0870}"/>
          </ac:spMkLst>
        </pc:spChg>
      </pc:sldChg>
      <pc:sldChg chg="addSp delSp modSp">
        <pc:chgData name="Rocco, Mila" userId="S::mrocco511@headmind.com::53ccab19-a916-4d94-842a-76ccf24b86d4" providerId="AD" clId="Web-{3332C888-4435-AAC2-AACB-1240A451D4AB}" dt="2024-02-08T14:50:07.313" v="85"/>
        <pc:sldMkLst>
          <pc:docMk/>
          <pc:sldMk cId="2703238075" sldId="284"/>
        </pc:sldMkLst>
        <pc:spChg chg="mod">
          <ac:chgData name="Rocco, Mila" userId="S::mrocco511@headmind.com::53ccab19-a916-4d94-842a-76ccf24b86d4" providerId="AD" clId="Web-{3332C888-4435-AAC2-AACB-1240A451D4AB}" dt="2024-02-08T14:47:29.342" v="57" actId="20577"/>
          <ac:spMkLst>
            <pc:docMk/>
            <pc:sldMk cId="2703238075" sldId="284"/>
            <ac:spMk id="2" creationId="{913FE795-82FD-FBD8-E1DD-06CDCA4B34A2}"/>
          </ac:spMkLst>
        </pc:spChg>
        <pc:spChg chg="del">
          <ac:chgData name="Rocco, Mila" userId="S::mrocco511@headmind.com::53ccab19-a916-4d94-842a-76ccf24b86d4" providerId="AD" clId="Web-{3332C888-4435-AAC2-AACB-1240A451D4AB}" dt="2024-02-08T14:50:07.063" v="84"/>
          <ac:spMkLst>
            <pc:docMk/>
            <pc:sldMk cId="2703238075" sldId="284"/>
            <ac:spMk id="5" creationId="{7ADEAB94-28B5-6989-C645-3A9CEC871B5B}"/>
          </ac:spMkLst>
        </pc:spChg>
        <pc:spChg chg="add mod">
          <ac:chgData name="Rocco, Mila" userId="S::mrocco511@headmind.com::53ccab19-a916-4d94-842a-76ccf24b86d4" providerId="AD" clId="Web-{3332C888-4435-AAC2-AACB-1240A451D4AB}" dt="2024-02-08T14:50:07.313" v="85"/>
          <ac:spMkLst>
            <pc:docMk/>
            <pc:sldMk cId="2703238075" sldId="284"/>
            <ac:spMk id="6" creationId="{D074CD90-0A77-9B17-6947-22EE6E38079C}"/>
          </ac:spMkLst>
        </pc:spChg>
      </pc:sldChg>
      <pc:sldChg chg="addSp delSp modSp">
        <pc:chgData name="Rocco, Mila" userId="S::mrocco511@headmind.com::53ccab19-a916-4d94-842a-76ccf24b86d4" providerId="AD" clId="Web-{3332C888-4435-AAC2-AACB-1240A451D4AB}" dt="2024-02-08T14:49:59.610" v="83"/>
        <pc:sldMkLst>
          <pc:docMk/>
          <pc:sldMk cId="761513970" sldId="285"/>
        </pc:sldMkLst>
        <pc:spChg chg="add mod">
          <ac:chgData name="Rocco, Mila" userId="S::mrocco511@headmind.com::53ccab19-a916-4d94-842a-76ccf24b86d4" providerId="AD" clId="Web-{3332C888-4435-AAC2-AACB-1240A451D4AB}" dt="2024-02-08T14:49:59.610" v="83"/>
          <ac:spMkLst>
            <pc:docMk/>
            <pc:sldMk cId="761513970" sldId="285"/>
            <ac:spMk id="3" creationId="{2311CDBD-EF30-34E6-3183-A956D2BFC82C}"/>
          </ac:spMkLst>
        </pc:spChg>
        <pc:spChg chg="del">
          <ac:chgData name="Rocco, Mila" userId="S::mrocco511@headmind.com::53ccab19-a916-4d94-842a-76ccf24b86d4" providerId="AD" clId="Web-{3332C888-4435-AAC2-AACB-1240A451D4AB}" dt="2024-02-08T14:49:59.282" v="82"/>
          <ac:spMkLst>
            <pc:docMk/>
            <pc:sldMk cId="761513970" sldId="285"/>
            <ac:spMk id="7" creationId="{00000000-0000-0000-0000-000000000000}"/>
          </ac:spMkLst>
        </pc:spChg>
      </pc:sldChg>
    </pc:docChg>
  </pc:docChgLst>
  <pc:docChgLst>
    <pc:chgData name="Gorce, Valentin" userId="S::vgorce320@headmind.com::ac84dce5-169d-49e5-b629-8ccc782f8fe0" providerId="AD" clId="Web-{BAAA40C2-ECDD-4BB2-A38B-3A5AFA6F74E4}"/>
    <pc:docChg chg="modSld">
      <pc:chgData name="Gorce, Valentin" userId="S::vgorce320@headmind.com::ac84dce5-169d-49e5-b629-8ccc782f8fe0" providerId="AD" clId="Web-{BAAA40C2-ECDD-4BB2-A38B-3A5AFA6F74E4}" dt="2024-02-08T09:59:59.250" v="4" actId="1076"/>
      <pc:docMkLst>
        <pc:docMk/>
      </pc:docMkLst>
      <pc:sldChg chg="delSp modSp">
        <pc:chgData name="Gorce, Valentin" userId="S::vgorce320@headmind.com::ac84dce5-169d-49e5-b629-8ccc782f8fe0" providerId="AD" clId="Web-{BAAA40C2-ECDD-4BB2-A38B-3A5AFA6F74E4}" dt="2024-02-08T09:59:59.250" v="4" actId="1076"/>
        <pc:sldMkLst>
          <pc:docMk/>
          <pc:sldMk cId="79592898" sldId="282"/>
        </pc:sldMkLst>
        <pc:picChg chg="mod">
          <ac:chgData name="Gorce, Valentin" userId="S::vgorce320@headmind.com::ac84dce5-169d-49e5-b629-8ccc782f8fe0" providerId="AD" clId="Web-{BAAA40C2-ECDD-4BB2-A38B-3A5AFA6F74E4}" dt="2024-02-08T09:59:54.156" v="3" actId="1076"/>
          <ac:picMkLst>
            <pc:docMk/>
            <pc:sldMk cId="79592898" sldId="282"/>
            <ac:picMk id="7" creationId="{00000000-0000-0000-0000-000000000000}"/>
          </ac:picMkLst>
        </pc:picChg>
        <pc:picChg chg="del">
          <ac:chgData name="Gorce, Valentin" userId="S::vgorce320@headmind.com::ac84dce5-169d-49e5-b629-8ccc782f8fe0" providerId="AD" clId="Web-{BAAA40C2-ECDD-4BB2-A38B-3A5AFA6F74E4}" dt="2024-02-08T09:59:39.390" v="0"/>
          <ac:picMkLst>
            <pc:docMk/>
            <pc:sldMk cId="79592898" sldId="282"/>
            <ac:picMk id="10" creationId="{00000000-0000-0000-0000-000000000000}"/>
          </ac:picMkLst>
        </pc:picChg>
        <pc:picChg chg="mod">
          <ac:chgData name="Gorce, Valentin" userId="S::vgorce320@headmind.com::ac84dce5-169d-49e5-b629-8ccc782f8fe0" providerId="AD" clId="Web-{BAAA40C2-ECDD-4BB2-A38B-3A5AFA6F74E4}" dt="2024-02-08T09:59:59.250" v="4" actId="1076"/>
          <ac:picMkLst>
            <pc:docMk/>
            <pc:sldMk cId="79592898" sldId="282"/>
            <ac:picMk id="17" creationId="{00000000-0000-0000-0000-000000000000}"/>
          </ac:picMkLst>
        </pc:picChg>
      </pc:sldChg>
    </pc:docChg>
  </pc:docChgLst>
  <pc:docChgLst>
    <pc:chgData name="Gorce, Valentin" userId="S::vgorce320@headmind.com::ac84dce5-169d-49e5-b629-8ccc782f8fe0" providerId="AD" clId="Web-{AAFE6093-9720-EE11-A43D-A94DFD7A9EFB}"/>
    <pc:docChg chg="addSld modSld sldOrd">
      <pc:chgData name="Gorce, Valentin" userId="S::vgorce320@headmind.com::ac84dce5-169d-49e5-b629-8ccc782f8fe0" providerId="AD" clId="Web-{AAFE6093-9720-EE11-A43D-A94DFD7A9EFB}" dt="2024-02-08T10:06:42.920" v="117" actId="20577"/>
      <pc:docMkLst>
        <pc:docMk/>
      </pc:docMkLst>
      <pc:sldChg chg="addSp delSp modSp">
        <pc:chgData name="Gorce, Valentin" userId="S::vgorce320@headmind.com::ac84dce5-169d-49e5-b629-8ccc782f8fe0" providerId="AD" clId="Web-{AAFE6093-9720-EE11-A43D-A94DFD7A9EFB}" dt="2024-02-08T10:05:20.901" v="105" actId="1076"/>
        <pc:sldMkLst>
          <pc:docMk/>
          <pc:sldMk cId="3608969252" sldId="267"/>
        </pc:sldMkLst>
        <pc:picChg chg="del">
          <ac:chgData name="Gorce, Valentin" userId="S::vgorce320@headmind.com::ac84dce5-169d-49e5-b629-8ccc782f8fe0" providerId="AD" clId="Web-{AAFE6093-9720-EE11-A43D-A94DFD7A9EFB}" dt="2024-02-08T10:04:49.806" v="98"/>
          <ac:picMkLst>
            <pc:docMk/>
            <pc:sldMk cId="3608969252" sldId="267"/>
            <ac:picMk id="2" creationId="{B55583D1-0946-C68A-7151-12729D036120}"/>
          </ac:picMkLst>
        </pc:picChg>
        <pc:picChg chg="add mod ord">
          <ac:chgData name="Gorce, Valentin" userId="S::vgorce320@headmind.com::ac84dce5-169d-49e5-b629-8ccc782f8fe0" providerId="AD" clId="Web-{AAFE6093-9720-EE11-A43D-A94DFD7A9EFB}" dt="2024-02-08T10:05:20.901" v="105" actId="1076"/>
          <ac:picMkLst>
            <pc:docMk/>
            <pc:sldMk cId="3608969252" sldId="267"/>
            <ac:picMk id="4" creationId="{B2A4579B-3DE1-A8A9-A0F8-B4C1A8B8B42C}"/>
          </ac:picMkLst>
        </pc:picChg>
      </pc:sldChg>
      <pc:sldChg chg="modSp">
        <pc:chgData name="Gorce, Valentin" userId="S::vgorce320@headmind.com::ac84dce5-169d-49e5-b629-8ccc782f8fe0" providerId="AD" clId="Web-{AAFE6093-9720-EE11-A43D-A94DFD7A9EFB}" dt="2024-02-08T10:01:27.033" v="15" actId="20577"/>
        <pc:sldMkLst>
          <pc:docMk/>
          <pc:sldMk cId="686505064" sldId="277"/>
        </pc:sldMkLst>
        <pc:spChg chg="mod">
          <ac:chgData name="Gorce, Valentin" userId="S::vgorce320@headmind.com::ac84dce5-169d-49e5-b629-8ccc782f8fe0" providerId="AD" clId="Web-{AAFE6093-9720-EE11-A43D-A94DFD7A9EFB}" dt="2024-02-08T10:01:27.033" v="15" actId="20577"/>
          <ac:spMkLst>
            <pc:docMk/>
            <pc:sldMk cId="686505064" sldId="277"/>
            <ac:spMk id="26626" creationId="{00000000-0000-0000-0000-000000000000}"/>
          </ac:spMkLst>
        </pc:spChg>
      </pc:sldChg>
      <pc:sldChg chg="modSp">
        <pc:chgData name="Gorce, Valentin" userId="S::vgorce320@headmind.com::ac84dce5-169d-49e5-b629-8ccc782f8fe0" providerId="AD" clId="Web-{AAFE6093-9720-EE11-A43D-A94DFD7A9EFB}" dt="2024-02-08T10:01:32.189" v="17" actId="20577"/>
        <pc:sldMkLst>
          <pc:docMk/>
          <pc:sldMk cId="3389681158" sldId="278"/>
        </pc:sldMkLst>
        <pc:spChg chg="mod">
          <ac:chgData name="Gorce, Valentin" userId="S::vgorce320@headmind.com::ac84dce5-169d-49e5-b629-8ccc782f8fe0" providerId="AD" clId="Web-{AAFE6093-9720-EE11-A43D-A94DFD7A9EFB}" dt="2024-02-08T10:01:32.189" v="17" actId="20577"/>
          <ac:spMkLst>
            <pc:docMk/>
            <pc:sldMk cId="3389681158" sldId="278"/>
            <ac:spMk id="26626" creationId="{00000000-0000-0000-0000-000000000000}"/>
          </ac:spMkLst>
        </pc:spChg>
      </pc:sldChg>
      <pc:sldChg chg="modSp">
        <pc:chgData name="Gorce, Valentin" userId="S::vgorce320@headmind.com::ac84dce5-169d-49e5-b629-8ccc782f8fe0" providerId="AD" clId="Web-{AAFE6093-9720-EE11-A43D-A94DFD7A9EFB}" dt="2024-02-08T10:01:16.720" v="13" actId="20577"/>
        <pc:sldMkLst>
          <pc:docMk/>
          <pc:sldMk cId="1835903357" sldId="279"/>
        </pc:sldMkLst>
        <pc:spChg chg="mod">
          <ac:chgData name="Gorce, Valentin" userId="S::vgorce320@headmind.com::ac84dce5-169d-49e5-b629-8ccc782f8fe0" providerId="AD" clId="Web-{AAFE6093-9720-EE11-A43D-A94DFD7A9EFB}" dt="2024-02-08T10:01:16.720" v="13" actId="20577"/>
          <ac:spMkLst>
            <pc:docMk/>
            <pc:sldMk cId="1835903357" sldId="279"/>
            <ac:spMk id="2" creationId="{00000000-0000-0000-0000-000000000000}"/>
          </ac:spMkLst>
        </pc:spChg>
      </pc:sldChg>
      <pc:sldChg chg="modSp">
        <pc:chgData name="Gorce, Valentin" userId="S::vgorce320@headmind.com::ac84dce5-169d-49e5-b629-8ccc782f8fe0" providerId="AD" clId="Web-{AAFE6093-9720-EE11-A43D-A94DFD7A9EFB}" dt="2024-02-08T10:06:42.920" v="117" actId="20577"/>
        <pc:sldMkLst>
          <pc:docMk/>
          <pc:sldMk cId="2156240759" sldId="281"/>
        </pc:sldMkLst>
        <pc:spChg chg="mod">
          <ac:chgData name="Gorce, Valentin" userId="S::vgorce320@headmind.com::ac84dce5-169d-49e5-b629-8ccc782f8fe0" providerId="AD" clId="Web-{AAFE6093-9720-EE11-A43D-A94DFD7A9EFB}" dt="2024-02-08T10:06:42.920" v="117" actId="20577"/>
          <ac:spMkLst>
            <pc:docMk/>
            <pc:sldMk cId="2156240759" sldId="281"/>
            <ac:spMk id="10" creationId="{00000000-0000-0000-0000-000000000000}"/>
          </ac:spMkLst>
        </pc:spChg>
      </pc:sldChg>
      <pc:sldChg chg="modSp">
        <pc:chgData name="Gorce, Valentin" userId="S::vgorce320@headmind.com::ac84dce5-169d-49e5-b629-8ccc782f8fe0" providerId="AD" clId="Web-{AAFE6093-9720-EE11-A43D-A94DFD7A9EFB}" dt="2024-02-08T10:01:04.063" v="12" actId="20577"/>
        <pc:sldMkLst>
          <pc:docMk/>
          <pc:sldMk cId="79592898" sldId="282"/>
        </pc:sldMkLst>
        <pc:spChg chg="mod">
          <ac:chgData name="Gorce, Valentin" userId="S::vgorce320@headmind.com::ac84dce5-169d-49e5-b629-8ccc782f8fe0" providerId="AD" clId="Web-{AAFE6093-9720-EE11-A43D-A94DFD7A9EFB}" dt="2024-02-08T10:01:04.063" v="12" actId="20577"/>
          <ac:spMkLst>
            <pc:docMk/>
            <pc:sldMk cId="79592898" sldId="282"/>
            <ac:spMk id="3" creationId="{00000000-0000-0000-0000-000000000000}"/>
          </ac:spMkLst>
        </pc:spChg>
        <pc:spChg chg="mod">
          <ac:chgData name="Gorce, Valentin" userId="S::vgorce320@headmind.com::ac84dce5-169d-49e5-b629-8ccc782f8fe0" providerId="AD" clId="Web-{AAFE6093-9720-EE11-A43D-A94DFD7A9EFB}" dt="2024-02-08T10:00:52.125" v="4" actId="1076"/>
          <ac:spMkLst>
            <pc:docMk/>
            <pc:sldMk cId="79592898" sldId="282"/>
            <ac:spMk id="15" creationId="{00000000-0000-0000-0000-000000000000}"/>
          </ac:spMkLst>
        </pc:spChg>
        <pc:spChg chg="mod">
          <ac:chgData name="Gorce, Valentin" userId="S::vgorce320@headmind.com::ac84dce5-169d-49e5-b629-8ccc782f8fe0" providerId="AD" clId="Web-{AAFE6093-9720-EE11-A43D-A94DFD7A9EFB}" dt="2024-02-08T10:00:52.109" v="2" actId="1076"/>
          <ac:spMkLst>
            <pc:docMk/>
            <pc:sldMk cId="79592898" sldId="282"/>
            <ac:spMk id="20" creationId="{00000000-0000-0000-0000-000000000000}"/>
          </ac:spMkLst>
        </pc:spChg>
        <pc:picChg chg="mod">
          <ac:chgData name="Gorce, Valentin" userId="S::vgorce320@headmind.com::ac84dce5-169d-49e5-b629-8ccc782f8fe0" providerId="AD" clId="Web-{AAFE6093-9720-EE11-A43D-A94DFD7A9EFB}" dt="2024-02-08T10:00:52.141" v="5" actId="1076"/>
          <ac:picMkLst>
            <pc:docMk/>
            <pc:sldMk cId="79592898" sldId="282"/>
            <ac:picMk id="6" creationId="{00000000-0000-0000-0000-000000000000}"/>
          </ac:picMkLst>
        </pc:picChg>
        <pc:picChg chg="mod">
          <ac:chgData name="Gorce, Valentin" userId="S::vgorce320@headmind.com::ac84dce5-169d-49e5-b629-8ccc782f8fe0" providerId="AD" clId="Web-{AAFE6093-9720-EE11-A43D-A94DFD7A9EFB}" dt="2024-02-08T10:00:38.828" v="0" actId="1076"/>
          <ac:picMkLst>
            <pc:docMk/>
            <pc:sldMk cId="79592898" sldId="282"/>
            <ac:picMk id="7" creationId="{00000000-0000-0000-0000-000000000000}"/>
          </ac:picMkLst>
        </pc:picChg>
        <pc:picChg chg="mod">
          <ac:chgData name="Gorce, Valentin" userId="S::vgorce320@headmind.com::ac84dce5-169d-49e5-b629-8ccc782f8fe0" providerId="AD" clId="Web-{AAFE6093-9720-EE11-A43D-A94DFD7A9EFB}" dt="2024-02-08T10:00:52.125" v="3" actId="1076"/>
          <ac:picMkLst>
            <pc:docMk/>
            <pc:sldMk cId="79592898" sldId="282"/>
            <ac:picMk id="8" creationId="{00000000-0000-0000-0000-000000000000}"/>
          </ac:picMkLst>
        </pc:picChg>
        <pc:picChg chg="mod">
          <ac:chgData name="Gorce, Valentin" userId="S::vgorce320@headmind.com::ac84dce5-169d-49e5-b629-8ccc782f8fe0" providerId="AD" clId="Web-{AAFE6093-9720-EE11-A43D-A94DFD7A9EFB}" dt="2024-02-08T10:00:41.937" v="1" actId="1076"/>
          <ac:picMkLst>
            <pc:docMk/>
            <pc:sldMk cId="79592898" sldId="282"/>
            <ac:picMk id="17" creationId="{00000000-0000-0000-0000-000000000000}"/>
          </ac:picMkLst>
        </pc:picChg>
      </pc:sldChg>
      <pc:sldChg chg="addSp delSp modSp new">
        <pc:chgData name="Gorce, Valentin" userId="S::vgorce320@headmind.com::ac84dce5-169d-49e5-b629-8ccc782f8fe0" providerId="AD" clId="Web-{AAFE6093-9720-EE11-A43D-A94DFD7A9EFB}" dt="2024-02-08T10:03:21.006" v="30" actId="20577"/>
        <pc:sldMkLst>
          <pc:docMk/>
          <pc:sldMk cId="1710779151" sldId="283"/>
        </pc:sldMkLst>
        <pc:spChg chg="mod">
          <ac:chgData name="Gorce, Valentin" userId="S::vgorce320@headmind.com::ac84dce5-169d-49e5-b629-8ccc782f8fe0" providerId="AD" clId="Web-{AAFE6093-9720-EE11-A43D-A94DFD7A9EFB}" dt="2024-02-08T10:03:21.006" v="30" actId="20577"/>
          <ac:spMkLst>
            <pc:docMk/>
            <pc:sldMk cId="1710779151" sldId="283"/>
            <ac:spMk id="2" creationId="{B9C7CD33-EE86-1396-A2C2-0A2029D56C3D}"/>
          </ac:spMkLst>
        </pc:spChg>
        <pc:spChg chg="del">
          <ac:chgData name="Gorce, Valentin" userId="S::vgorce320@headmind.com::ac84dce5-169d-49e5-b629-8ccc782f8fe0" providerId="AD" clId="Web-{AAFE6093-9720-EE11-A43D-A94DFD7A9EFB}" dt="2024-02-08T10:02:48.864" v="19"/>
          <ac:spMkLst>
            <pc:docMk/>
            <pc:sldMk cId="1710779151" sldId="283"/>
            <ac:spMk id="3" creationId="{DE2B430D-065C-7E13-E188-69D98FA4BA24}"/>
          </ac:spMkLst>
        </pc:spChg>
        <pc:picChg chg="add mod">
          <ac:chgData name="Gorce, Valentin" userId="S::vgorce320@headmind.com::ac84dce5-169d-49e5-b629-8ccc782f8fe0" providerId="AD" clId="Web-{AAFE6093-9720-EE11-A43D-A94DFD7A9EFB}" dt="2024-02-08T10:03:11.849" v="22" actId="1076"/>
          <ac:picMkLst>
            <pc:docMk/>
            <pc:sldMk cId="1710779151" sldId="283"/>
            <ac:picMk id="6" creationId="{1D88BC49-A1FF-FA7E-2847-E26F79947458}"/>
          </ac:picMkLst>
        </pc:picChg>
      </pc:sldChg>
      <pc:sldChg chg="addSp delSp modSp new ord">
        <pc:chgData name="Gorce, Valentin" userId="S::vgorce320@headmind.com::ac84dce5-169d-49e5-b629-8ccc782f8fe0" providerId="AD" clId="Web-{AAFE6093-9720-EE11-A43D-A94DFD7A9EFB}" dt="2024-02-08T10:06:09.575" v="115"/>
        <pc:sldMkLst>
          <pc:docMk/>
          <pc:sldMk cId="2703238075" sldId="284"/>
        </pc:sldMkLst>
        <pc:spChg chg="mod">
          <ac:chgData name="Gorce, Valentin" userId="S::vgorce320@headmind.com::ac84dce5-169d-49e5-b629-8ccc782f8fe0" providerId="AD" clId="Web-{AAFE6093-9720-EE11-A43D-A94DFD7A9EFB}" dt="2024-02-08T10:04:07.273" v="82" actId="20577"/>
          <ac:spMkLst>
            <pc:docMk/>
            <pc:sldMk cId="2703238075" sldId="284"/>
            <ac:spMk id="2" creationId="{913FE795-82FD-FBD8-E1DD-06CDCA4B34A2}"/>
          </ac:spMkLst>
        </pc:spChg>
        <pc:spChg chg="del">
          <ac:chgData name="Gorce, Valentin" userId="S::vgorce320@headmind.com::ac84dce5-169d-49e5-b629-8ccc782f8fe0" providerId="AD" clId="Web-{AAFE6093-9720-EE11-A43D-A94DFD7A9EFB}" dt="2024-02-08T10:03:39.178" v="32"/>
          <ac:spMkLst>
            <pc:docMk/>
            <pc:sldMk cId="2703238075" sldId="284"/>
            <ac:spMk id="3" creationId="{81A7C4C8-8469-C8CE-3EA7-10674ABF9BEA}"/>
          </ac:spMkLst>
        </pc:spChg>
        <pc:graphicFrameChg chg="add mod modGraphic">
          <ac:chgData name="Gorce, Valentin" userId="S::vgorce320@headmind.com::ac84dce5-169d-49e5-b629-8ccc782f8fe0" providerId="AD" clId="Web-{AAFE6093-9720-EE11-A43D-A94DFD7A9EFB}" dt="2024-02-08T10:06:09.575" v="115"/>
          <ac:graphicFrameMkLst>
            <pc:docMk/>
            <pc:sldMk cId="2703238075" sldId="284"/>
            <ac:graphicFrameMk id="7" creationId="{0A82C066-7A58-764A-92B2-7295BC371BE0}"/>
          </ac:graphicFrameMkLst>
        </pc:graphicFrameChg>
      </pc:sldChg>
      <pc:sldChg chg="modSp add replId">
        <pc:chgData name="Gorce, Valentin" userId="S::vgorce320@headmind.com::ac84dce5-169d-49e5-b629-8ccc782f8fe0" providerId="AD" clId="Web-{AAFE6093-9720-EE11-A43D-A94DFD7A9EFB}" dt="2024-02-08T10:04:28.493" v="97" actId="20577"/>
        <pc:sldMkLst>
          <pc:docMk/>
          <pc:sldMk cId="761513970" sldId="285"/>
        </pc:sldMkLst>
        <pc:spChg chg="mod">
          <ac:chgData name="Gorce, Valentin" userId="S::vgorce320@headmind.com::ac84dce5-169d-49e5-b629-8ccc782f8fe0" providerId="AD" clId="Web-{AAFE6093-9720-EE11-A43D-A94DFD7A9EFB}" dt="2024-02-08T10:04:28.493" v="97" actId="20577"/>
          <ac:spMkLst>
            <pc:docMk/>
            <pc:sldMk cId="761513970" sldId="285"/>
            <ac:spMk id="5" creationId="{00000000-0000-0000-0000-000000000000}"/>
          </ac:spMkLst>
        </pc:spChg>
      </pc:sldChg>
    </pc:docChg>
  </pc:docChgLst>
  <pc:docChgLst>
    <pc:chgData name="Rocco, Mila" userId="S::mrocco511@headmind.com::53ccab19-a916-4d94-842a-76ccf24b86d4" providerId="AD" clId="Web-{8DC55C13-FF8B-B8F2-5F98-FB644742AB1B}"/>
    <pc:docChg chg="mod">
      <pc:chgData name="Rocco, Mila" userId="S::mrocco511@headmind.com::53ccab19-a916-4d94-842a-76ccf24b86d4" providerId="AD" clId="Web-{8DC55C13-FF8B-B8F2-5F98-FB644742AB1B}" dt="2024-02-08T10:38:06.403" v="1"/>
      <pc:docMkLst>
        <pc:docMk/>
      </pc:docMkLst>
      <pc:sldChg chg="addCm">
        <pc:chgData name="Rocco, Mila" userId="S::mrocco511@headmind.com::53ccab19-a916-4d94-842a-76ccf24b86d4" providerId="AD" clId="Web-{8DC55C13-FF8B-B8F2-5F98-FB644742AB1B}" dt="2024-02-08T10:38:06.403" v="1"/>
        <pc:sldMkLst>
          <pc:docMk/>
          <pc:sldMk cId="2888557728" sldId="271"/>
        </pc:sldMkLst>
        <pc:extLst>
          <p:ext xmlns:p="http://schemas.openxmlformats.org/presentationml/2006/main" uri="{D6D511B9-2390-475A-947B-AFAB55BFBCF1}">
            <pc226:cmChg xmlns:pc226="http://schemas.microsoft.com/office/powerpoint/2022/06/main/command" chg="add">
              <pc226:chgData name="Rocco, Mila" userId="S::mrocco511@headmind.com::53ccab19-a916-4d94-842a-76ccf24b86d4" providerId="AD" clId="Web-{8DC55C13-FF8B-B8F2-5F98-FB644742AB1B}" dt="2024-02-08T10:38:06.403" v="1"/>
              <pc2:cmMkLst xmlns:pc2="http://schemas.microsoft.com/office/powerpoint/2019/9/main/command">
                <pc:docMk/>
                <pc:sldMk cId="2888557728" sldId="271"/>
                <pc2:cmMk id="{0ED6219F-FFCF-4E3F-85F5-B8A6D040E959}"/>
              </pc2:cmMkLst>
            </pc226:cmChg>
          </p:ext>
        </pc:extLst>
      </pc:sldChg>
    </pc:docChg>
  </pc:docChgLst>
  <pc:docChgLst>
    <pc:chgData name="Rocco, Mila" userId="S::mrocco511@headmind.com::53ccab19-a916-4d94-842a-76ccf24b86d4" providerId="AD" clId="Web-{B437B523-C343-2D90-9588-E6D7899BA12B}"/>
    <pc:docChg chg="modSld">
      <pc:chgData name="Rocco, Mila" userId="S::mrocco511@headmind.com::53ccab19-a916-4d94-842a-76ccf24b86d4" providerId="AD" clId="Web-{B437B523-C343-2D90-9588-E6D7899BA12B}" dt="2024-02-08T09:43:25.680" v="8" actId="20577"/>
      <pc:docMkLst>
        <pc:docMk/>
      </pc:docMkLst>
      <pc:sldChg chg="modSp">
        <pc:chgData name="Rocco, Mila" userId="S::mrocco511@headmind.com::53ccab19-a916-4d94-842a-76ccf24b86d4" providerId="AD" clId="Web-{B437B523-C343-2D90-9588-E6D7899BA12B}" dt="2024-02-08T09:43:25.680" v="8" actId="20577"/>
        <pc:sldMkLst>
          <pc:docMk/>
          <pc:sldMk cId="686505064" sldId="277"/>
        </pc:sldMkLst>
        <pc:spChg chg="mod">
          <ac:chgData name="Rocco, Mila" userId="S::mrocco511@headmind.com::53ccab19-a916-4d94-842a-76ccf24b86d4" providerId="AD" clId="Web-{B437B523-C343-2D90-9588-E6D7899BA12B}" dt="2024-02-08T09:43:25.680" v="8" actId="20577"/>
          <ac:spMkLst>
            <pc:docMk/>
            <pc:sldMk cId="686505064" sldId="277"/>
            <ac:spMk id="26626" creationId="{00000000-0000-0000-0000-000000000000}"/>
          </ac:spMkLst>
        </pc:spChg>
        <pc:picChg chg="mod">
          <ac:chgData name="Rocco, Mila" userId="S::mrocco511@headmind.com::53ccab19-a916-4d94-842a-76ccf24b86d4" providerId="AD" clId="Web-{B437B523-C343-2D90-9588-E6D7899BA12B}" dt="2024-02-08T09:42:36.973" v="1" actId="1076"/>
          <ac:picMkLst>
            <pc:docMk/>
            <pc:sldMk cId="686505064" sldId="277"/>
            <ac:picMk id="21" creationId="{00000000-0000-0000-0000-000000000000}"/>
          </ac:picMkLst>
        </pc:picChg>
      </pc:sldChg>
      <pc:sldChg chg="modSp">
        <pc:chgData name="Rocco, Mila" userId="S::mrocco511@headmind.com::53ccab19-a916-4d94-842a-76ccf24b86d4" providerId="AD" clId="Web-{B437B523-C343-2D90-9588-E6D7899BA12B}" dt="2024-02-08T09:43:19.992" v="5" actId="20577"/>
        <pc:sldMkLst>
          <pc:docMk/>
          <pc:sldMk cId="3389681158" sldId="278"/>
        </pc:sldMkLst>
        <pc:spChg chg="mod">
          <ac:chgData name="Rocco, Mila" userId="S::mrocco511@headmind.com::53ccab19-a916-4d94-842a-76ccf24b86d4" providerId="AD" clId="Web-{B437B523-C343-2D90-9588-E6D7899BA12B}" dt="2024-02-08T09:43:19.992" v="5" actId="20577"/>
          <ac:spMkLst>
            <pc:docMk/>
            <pc:sldMk cId="3389681158" sldId="278"/>
            <ac:spMk id="26626" creationId="{00000000-0000-0000-0000-000000000000}"/>
          </ac:spMkLst>
        </pc:spChg>
        <pc:picChg chg="mod">
          <ac:chgData name="Rocco, Mila" userId="S::mrocco511@headmind.com::53ccab19-a916-4d94-842a-76ccf24b86d4" providerId="AD" clId="Web-{B437B523-C343-2D90-9588-E6D7899BA12B}" dt="2024-02-08T09:42:58.178" v="3" actId="1076"/>
          <ac:picMkLst>
            <pc:docMk/>
            <pc:sldMk cId="3389681158" sldId="278"/>
            <ac:picMk id="23" creationId="{00000000-0000-0000-0000-000000000000}"/>
          </ac:picMkLst>
        </pc:picChg>
      </pc:sldChg>
    </pc:docChg>
  </pc:docChgLst>
  <pc:docChgLst>
    <pc:chgData name="Rocco, Mila" userId="S::mrocco511@headmind.com::53ccab19-a916-4d94-842a-76ccf24b86d4" providerId="AD" clId="Web-{3A8D4658-67DB-2A9A-A10D-705BAA4F0479}"/>
    <pc:docChg chg="modSld">
      <pc:chgData name="Rocco, Mila" userId="S::mrocco511@headmind.com::53ccab19-a916-4d94-842a-76ccf24b86d4" providerId="AD" clId="Web-{3A8D4658-67DB-2A9A-A10D-705BAA4F0479}" dt="2024-02-06T10:25:15.054" v="69"/>
      <pc:docMkLst>
        <pc:docMk/>
      </pc:docMkLst>
      <pc:sldChg chg="addSp modSp">
        <pc:chgData name="Rocco, Mila" userId="S::mrocco511@headmind.com::53ccab19-a916-4d94-842a-76ccf24b86d4" providerId="AD" clId="Web-{3A8D4658-67DB-2A9A-A10D-705BAA4F0479}" dt="2024-02-06T10:25:15.054" v="69"/>
        <pc:sldMkLst>
          <pc:docMk/>
          <pc:sldMk cId="3608969252" sldId="267"/>
        </pc:sldMkLst>
        <pc:spChg chg="mod">
          <ac:chgData name="Rocco, Mila" userId="S::mrocco511@headmind.com::53ccab19-a916-4d94-842a-76ccf24b86d4" providerId="AD" clId="Web-{3A8D4658-67DB-2A9A-A10D-705BAA4F0479}" dt="2024-02-06T10:25:15.054" v="69"/>
          <ac:spMkLst>
            <pc:docMk/>
            <pc:sldMk cId="3608969252" sldId="267"/>
            <ac:spMk id="8" creationId="{00000000-0000-0000-0000-000000000000}"/>
          </ac:spMkLst>
        </pc:spChg>
        <pc:spChg chg="mod">
          <ac:chgData name="Rocco, Mila" userId="S::mrocco511@headmind.com::53ccab19-a916-4d94-842a-76ccf24b86d4" providerId="AD" clId="Web-{3A8D4658-67DB-2A9A-A10D-705BAA4F0479}" dt="2024-02-06T10:19:26.753" v="49" actId="20577"/>
          <ac:spMkLst>
            <pc:docMk/>
            <pc:sldMk cId="3608969252" sldId="267"/>
            <ac:spMk id="10" creationId="{00000000-0000-0000-0000-000000000000}"/>
          </ac:spMkLst>
        </pc:spChg>
        <pc:spChg chg="mod">
          <ac:chgData name="Rocco, Mila" userId="S::mrocco511@headmind.com::53ccab19-a916-4d94-842a-76ccf24b86d4" providerId="AD" clId="Web-{3A8D4658-67DB-2A9A-A10D-705BAA4F0479}" dt="2024-02-06T10:19:59.360" v="63" actId="20577"/>
          <ac:spMkLst>
            <pc:docMk/>
            <pc:sldMk cId="3608969252" sldId="267"/>
            <ac:spMk id="11" creationId="{00000000-0000-0000-0000-000000000000}"/>
          </ac:spMkLst>
        </pc:spChg>
        <pc:picChg chg="add mod ord">
          <ac:chgData name="Rocco, Mila" userId="S::mrocco511@headmind.com::53ccab19-a916-4d94-842a-76ccf24b86d4" providerId="AD" clId="Web-{3A8D4658-67DB-2A9A-A10D-705BAA4F0479}" dt="2024-02-06T10:25:07.945" v="68"/>
          <ac:picMkLst>
            <pc:docMk/>
            <pc:sldMk cId="3608969252" sldId="267"/>
            <ac:picMk id="2" creationId="{B55583D1-0946-C68A-7151-12729D036120}"/>
          </ac:picMkLst>
        </pc:picChg>
      </pc:sldChg>
      <pc:sldChg chg="mod modShow">
        <pc:chgData name="Rocco, Mila" userId="S::mrocco511@headmind.com::53ccab19-a916-4d94-842a-76ccf24b86d4" providerId="AD" clId="Web-{3A8D4658-67DB-2A9A-A10D-705BAA4F0479}" dt="2024-02-06T09:40:20.638" v="0"/>
        <pc:sldMkLst>
          <pc:docMk/>
          <pc:sldMk cId="3199053671" sldId="270"/>
        </pc:sldMkLst>
      </pc:sldChg>
    </pc:docChg>
  </pc:docChgLst>
  <pc:docChgLst>
    <pc:chgData name="Gorce, Valentin" userId="S::vgorce320@headmind.com::ac84dce5-169d-49e5-b629-8ccc782f8fe0" providerId="AD" clId="Web-{5120F6E3-D5F6-893A-76DB-E1C39F2B0E6E}"/>
    <pc:docChg chg="modSld">
      <pc:chgData name="Gorce, Valentin" userId="S::vgorce320@headmind.com::ac84dce5-169d-49e5-b629-8ccc782f8fe0" providerId="AD" clId="Web-{5120F6E3-D5F6-893A-76DB-E1C39F2B0E6E}" dt="2024-02-07T16:09:45.741" v="1"/>
      <pc:docMkLst>
        <pc:docMk/>
      </pc:docMkLst>
      <pc:sldChg chg="addSp delSp">
        <pc:chgData name="Gorce, Valentin" userId="S::vgorce320@headmind.com::ac84dce5-169d-49e5-b629-8ccc782f8fe0" providerId="AD" clId="Web-{5120F6E3-D5F6-893A-76DB-E1C39F2B0E6E}" dt="2024-02-07T16:09:45.741" v="1"/>
        <pc:sldMkLst>
          <pc:docMk/>
          <pc:sldMk cId="3608969252" sldId="267"/>
        </pc:sldMkLst>
        <pc:picChg chg="add del">
          <ac:chgData name="Gorce, Valentin" userId="S::vgorce320@headmind.com::ac84dce5-169d-49e5-b629-8ccc782f8fe0" providerId="AD" clId="Web-{5120F6E3-D5F6-893A-76DB-E1C39F2B0E6E}" dt="2024-02-07T16:09:45.741" v="1"/>
          <ac:picMkLst>
            <pc:docMk/>
            <pc:sldMk cId="3608969252" sldId="267"/>
            <ac:picMk id="2" creationId="{B55583D1-0946-C68A-7151-12729D036120}"/>
          </ac:picMkLst>
        </pc:picChg>
      </pc:sldChg>
    </pc:docChg>
  </pc:docChgLst>
  <pc:docChgLst>
    <pc:chgData name="Rocco, Mila" userId="S::mrocco511@headmind.com::53ccab19-a916-4d94-842a-76ccf24b86d4" providerId="AD" clId="Web-{23BE475A-DFBA-316D-A36B-81EAD1910EEE}"/>
    <pc:docChg chg="modSld">
      <pc:chgData name="Rocco, Mila" userId="S::mrocco511@headmind.com::53ccab19-a916-4d94-842a-76ccf24b86d4" providerId="AD" clId="Web-{23BE475A-DFBA-316D-A36B-81EAD1910EEE}" dt="2024-02-08T07:16:14.145" v="10" actId="14100"/>
      <pc:docMkLst>
        <pc:docMk/>
      </pc:docMkLst>
      <pc:sldChg chg="modSp">
        <pc:chgData name="Rocco, Mila" userId="S::mrocco511@headmind.com::53ccab19-a916-4d94-842a-76ccf24b86d4" providerId="AD" clId="Web-{23BE475A-DFBA-316D-A36B-81EAD1910EEE}" dt="2024-02-08T07:16:14.145" v="10" actId="14100"/>
        <pc:sldMkLst>
          <pc:docMk/>
          <pc:sldMk cId="79592898" sldId="282"/>
        </pc:sldMkLst>
        <pc:spChg chg="mod">
          <ac:chgData name="Rocco, Mila" userId="S::mrocco511@headmind.com::53ccab19-a916-4d94-842a-76ccf24b86d4" providerId="AD" clId="Web-{23BE475A-DFBA-316D-A36B-81EAD1910EEE}" dt="2024-02-08T07:16:08.114" v="8" actId="14100"/>
          <ac:spMkLst>
            <pc:docMk/>
            <pc:sldMk cId="79592898" sldId="282"/>
            <ac:spMk id="3" creationId="{00000000-0000-0000-0000-000000000000}"/>
          </ac:spMkLst>
        </pc:spChg>
        <pc:spChg chg="mod">
          <ac:chgData name="Rocco, Mila" userId="S::mrocco511@headmind.com::53ccab19-a916-4d94-842a-76ccf24b86d4" providerId="AD" clId="Web-{23BE475A-DFBA-316D-A36B-81EAD1910EEE}" dt="2024-02-08T07:16:14.145" v="10" actId="14100"/>
          <ac:spMkLst>
            <pc:docMk/>
            <pc:sldMk cId="79592898" sldId="282"/>
            <ac:spMk id="15" creationId="{00000000-0000-0000-0000-000000000000}"/>
          </ac:spMkLst>
        </pc:spChg>
        <pc:spChg chg="mod">
          <ac:chgData name="Rocco, Mila" userId="S::mrocco511@headmind.com::53ccab19-a916-4d94-842a-76ccf24b86d4" providerId="AD" clId="Web-{23BE475A-DFBA-316D-A36B-81EAD1910EEE}" dt="2024-02-08T07:16:11.536" v="9" actId="14100"/>
          <ac:spMkLst>
            <pc:docMk/>
            <pc:sldMk cId="79592898" sldId="282"/>
            <ac:spMk id="20"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B11627-5E2E-46CF-9A6A-B8B3DD58D2C9}" type="doc">
      <dgm:prSet loTypeId="urn:microsoft.com/office/officeart/2005/8/layout/hProcess11" loCatId="process" qsTypeId="urn:microsoft.com/office/officeart/2005/8/quickstyle/simple1" qsCatId="simple" csTypeId="urn:microsoft.com/office/officeart/2005/8/colors/accent1_2" csCatId="accent1" phldr="1"/>
      <dgm:spPr/>
    </dgm:pt>
    <dgm:pt modelId="{D18A2EB9-BA0A-4CC3-84AD-82F1FCEC0CF8}">
      <dgm:prSet phldrT="[Texte]" custT="1"/>
      <dgm:spPr/>
      <dgm:t>
        <a:bodyPr/>
        <a:lstStyle/>
        <a:p>
          <a:r>
            <a:rPr lang="fr-FR" sz="1400" dirty="0" smtClean="0"/>
            <a:t>Texte</a:t>
          </a:r>
          <a:endParaRPr lang="fr-FR" sz="1400" b="1" dirty="0"/>
        </a:p>
      </dgm:t>
    </dgm:pt>
    <dgm:pt modelId="{2478D800-B010-4823-B842-7A49A61A890E}" type="parTrans" cxnId="{4B47F042-5A14-4135-B72C-538C3264424C}">
      <dgm:prSet/>
      <dgm:spPr/>
      <dgm:t>
        <a:bodyPr/>
        <a:lstStyle/>
        <a:p>
          <a:endParaRPr lang="fr-FR"/>
        </a:p>
      </dgm:t>
    </dgm:pt>
    <dgm:pt modelId="{2E3CB4B4-AA3E-470D-A24E-9F4F37FE39B9}" type="sibTrans" cxnId="{4B47F042-5A14-4135-B72C-538C3264424C}">
      <dgm:prSet/>
      <dgm:spPr/>
      <dgm:t>
        <a:bodyPr/>
        <a:lstStyle/>
        <a:p>
          <a:endParaRPr lang="fr-FR"/>
        </a:p>
      </dgm:t>
    </dgm:pt>
    <dgm:pt modelId="{5CC266EB-B104-43DF-930E-26E4DFBEED32}">
      <dgm:prSet phldrT="[Texte]" custT="1"/>
      <dgm:spPr/>
      <dgm:t>
        <a:bodyPr/>
        <a:lstStyle/>
        <a:p>
          <a:r>
            <a:rPr lang="fr-FR" sz="1400" smtClean="0"/>
            <a:t>Texte</a:t>
          </a:r>
          <a:endParaRPr lang="fr-FR" sz="1400" dirty="0"/>
        </a:p>
      </dgm:t>
    </dgm:pt>
    <dgm:pt modelId="{099D3620-8B6E-41D0-B6BD-F2C3638B1E1B}" type="parTrans" cxnId="{DA0FF6FC-9D4B-4D81-A161-D02C7BC10ADD}">
      <dgm:prSet/>
      <dgm:spPr/>
      <dgm:t>
        <a:bodyPr/>
        <a:lstStyle/>
        <a:p>
          <a:endParaRPr lang="fr-FR"/>
        </a:p>
      </dgm:t>
    </dgm:pt>
    <dgm:pt modelId="{D7BA3A9C-541C-45A8-AA7F-6F0F6FAF2B7F}" type="sibTrans" cxnId="{DA0FF6FC-9D4B-4D81-A161-D02C7BC10ADD}">
      <dgm:prSet/>
      <dgm:spPr/>
      <dgm:t>
        <a:bodyPr/>
        <a:lstStyle/>
        <a:p>
          <a:endParaRPr lang="fr-FR"/>
        </a:p>
      </dgm:t>
    </dgm:pt>
    <dgm:pt modelId="{57982DD9-9166-44B8-93A0-123D3D4E814E}">
      <dgm:prSet phldrT="[Texte]" custT="1"/>
      <dgm:spPr/>
      <dgm:t>
        <a:bodyPr/>
        <a:lstStyle/>
        <a:p>
          <a:r>
            <a:rPr lang="fr-FR" sz="1400" smtClean="0"/>
            <a:t>Texte</a:t>
          </a:r>
          <a:endParaRPr lang="fr-FR" sz="1400" dirty="0"/>
        </a:p>
      </dgm:t>
    </dgm:pt>
    <dgm:pt modelId="{B209D908-8B1B-4D3F-A587-F98AFCB1DA13}" type="parTrans" cxnId="{0FF0FF86-C6BA-4425-BE50-6C21AD88C344}">
      <dgm:prSet/>
      <dgm:spPr/>
      <dgm:t>
        <a:bodyPr/>
        <a:lstStyle/>
        <a:p>
          <a:endParaRPr lang="fr-FR"/>
        </a:p>
      </dgm:t>
    </dgm:pt>
    <dgm:pt modelId="{4C1B1A9D-8D5E-412E-9070-BF4A505ED644}" type="sibTrans" cxnId="{0FF0FF86-C6BA-4425-BE50-6C21AD88C344}">
      <dgm:prSet/>
      <dgm:spPr/>
      <dgm:t>
        <a:bodyPr/>
        <a:lstStyle/>
        <a:p>
          <a:endParaRPr lang="fr-FR"/>
        </a:p>
      </dgm:t>
    </dgm:pt>
    <dgm:pt modelId="{E9AB3215-975E-401E-A8CF-2C4C651B1750}">
      <dgm:prSet phldrT="[Texte]" custT="1"/>
      <dgm:spPr/>
      <dgm:t>
        <a:bodyPr/>
        <a:lstStyle/>
        <a:p>
          <a:r>
            <a:rPr lang="fr-FR" sz="1400" smtClean="0"/>
            <a:t>Texte</a:t>
          </a:r>
          <a:endParaRPr lang="fr-FR" sz="1400" dirty="0"/>
        </a:p>
      </dgm:t>
    </dgm:pt>
    <dgm:pt modelId="{58A65B0A-1D53-481E-AF9C-231532CBD6BD}" type="parTrans" cxnId="{9A019CBB-B75F-489C-850F-77669B728694}">
      <dgm:prSet/>
      <dgm:spPr/>
      <dgm:t>
        <a:bodyPr/>
        <a:lstStyle/>
        <a:p>
          <a:endParaRPr lang="fr-FR"/>
        </a:p>
      </dgm:t>
    </dgm:pt>
    <dgm:pt modelId="{FA714EFF-3721-4FB0-B649-7B2D5C4DB5E2}" type="sibTrans" cxnId="{9A019CBB-B75F-489C-850F-77669B728694}">
      <dgm:prSet/>
      <dgm:spPr/>
      <dgm:t>
        <a:bodyPr/>
        <a:lstStyle/>
        <a:p>
          <a:endParaRPr lang="fr-FR"/>
        </a:p>
      </dgm:t>
    </dgm:pt>
    <dgm:pt modelId="{0A9F55E4-6179-430B-9567-0F14741A109A}">
      <dgm:prSet phldrT="[Texte]" custT="1"/>
      <dgm:spPr/>
      <dgm:t>
        <a:bodyPr/>
        <a:lstStyle/>
        <a:p>
          <a:r>
            <a:rPr lang="fr-FR" sz="1400" smtClean="0"/>
            <a:t>Texte</a:t>
          </a:r>
          <a:endParaRPr lang="fr-FR" sz="1400" dirty="0"/>
        </a:p>
      </dgm:t>
    </dgm:pt>
    <dgm:pt modelId="{19B5C945-5607-4112-811D-D877F90595F1}" type="parTrans" cxnId="{ADD271E8-63BF-4A3B-96C0-375565C54299}">
      <dgm:prSet/>
      <dgm:spPr/>
      <dgm:t>
        <a:bodyPr/>
        <a:lstStyle/>
        <a:p>
          <a:endParaRPr lang="fr-FR"/>
        </a:p>
      </dgm:t>
    </dgm:pt>
    <dgm:pt modelId="{F439BEB0-2044-4935-8AA5-D18A2430D162}" type="sibTrans" cxnId="{ADD271E8-63BF-4A3B-96C0-375565C54299}">
      <dgm:prSet/>
      <dgm:spPr/>
      <dgm:t>
        <a:bodyPr/>
        <a:lstStyle/>
        <a:p>
          <a:endParaRPr lang="fr-FR"/>
        </a:p>
      </dgm:t>
    </dgm:pt>
    <dgm:pt modelId="{B79BDD75-7B9B-4CEF-8A3E-B8DA0D9AC26B}">
      <dgm:prSet phldrT="[Texte]" custT="1"/>
      <dgm:spPr/>
      <dgm:t>
        <a:bodyPr/>
        <a:lstStyle/>
        <a:p>
          <a:r>
            <a:rPr lang="fr-FR" sz="1400" smtClean="0"/>
            <a:t>Texte</a:t>
          </a:r>
          <a:endParaRPr lang="fr-FR" sz="1400" dirty="0"/>
        </a:p>
      </dgm:t>
    </dgm:pt>
    <dgm:pt modelId="{25841A95-D271-4FA3-B54D-3A78121F7095}" type="parTrans" cxnId="{84C51913-DDEE-4123-82A6-6CB253FB9C57}">
      <dgm:prSet/>
      <dgm:spPr/>
      <dgm:t>
        <a:bodyPr/>
        <a:lstStyle/>
        <a:p>
          <a:endParaRPr lang="fr-FR"/>
        </a:p>
      </dgm:t>
    </dgm:pt>
    <dgm:pt modelId="{33BC2D71-EAF3-4C2D-BEC1-0F05DCCA1DCD}" type="sibTrans" cxnId="{84C51913-DDEE-4123-82A6-6CB253FB9C57}">
      <dgm:prSet/>
      <dgm:spPr/>
      <dgm:t>
        <a:bodyPr/>
        <a:lstStyle/>
        <a:p>
          <a:endParaRPr lang="fr-FR"/>
        </a:p>
      </dgm:t>
    </dgm:pt>
    <dgm:pt modelId="{0D809813-30A2-4BD4-9BC0-E5CA3254D658}">
      <dgm:prSet phldrT="[Texte]" custT="1"/>
      <dgm:spPr/>
      <dgm:t>
        <a:bodyPr/>
        <a:lstStyle/>
        <a:p>
          <a:r>
            <a:rPr lang="fr-FR" sz="1400" dirty="0" smtClean="0"/>
            <a:t>Texte</a:t>
          </a:r>
          <a:endParaRPr lang="fr-FR" sz="1400" dirty="0"/>
        </a:p>
      </dgm:t>
    </dgm:pt>
    <dgm:pt modelId="{21875B5D-2650-4DFA-8C1C-44F05A82A098}" type="parTrans" cxnId="{39B77F70-8B96-4619-B366-38D840E2BD0C}">
      <dgm:prSet/>
      <dgm:spPr/>
      <dgm:t>
        <a:bodyPr/>
        <a:lstStyle/>
        <a:p>
          <a:endParaRPr lang="fr-FR"/>
        </a:p>
      </dgm:t>
    </dgm:pt>
    <dgm:pt modelId="{EF511C38-CDD4-4F1B-8A1C-8D884AC505DB}" type="sibTrans" cxnId="{39B77F70-8B96-4619-B366-38D840E2BD0C}">
      <dgm:prSet/>
      <dgm:spPr/>
      <dgm:t>
        <a:bodyPr/>
        <a:lstStyle/>
        <a:p>
          <a:endParaRPr lang="fr-FR"/>
        </a:p>
      </dgm:t>
    </dgm:pt>
    <dgm:pt modelId="{5CCC10C1-DA01-4F94-9F3A-F6A43224EB28}" type="pres">
      <dgm:prSet presAssocID="{E2B11627-5E2E-46CF-9A6A-B8B3DD58D2C9}" presName="Name0" presStyleCnt="0">
        <dgm:presLayoutVars>
          <dgm:dir/>
          <dgm:resizeHandles val="exact"/>
        </dgm:presLayoutVars>
      </dgm:prSet>
      <dgm:spPr/>
    </dgm:pt>
    <dgm:pt modelId="{03554DB6-EDDB-4851-99D6-18DCED647F22}" type="pres">
      <dgm:prSet presAssocID="{E2B11627-5E2E-46CF-9A6A-B8B3DD58D2C9}" presName="arrow" presStyleLbl="bgShp" presStyleIdx="0" presStyleCnt="1"/>
      <dgm:spPr/>
    </dgm:pt>
    <dgm:pt modelId="{3A738C7D-213C-4318-9F61-0B262C1F1D4B}" type="pres">
      <dgm:prSet presAssocID="{E2B11627-5E2E-46CF-9A6A-B8B3DD58D2C9}" presName="points" presStyleCnt="0"/>
      <dgm:spPr/>
    </dgm:pt>
    <dgm:pt modelId="{59E45A88-F7F3-4A5E-B2BA-ACBE9E64C018}" type="pres">
      <dgm:prSet presAssocID="{D18A2EB9-BA0A-4CC3-84AD-82F1FCEC0CF8}" presName="compositeA" presStyleCnt="0"/>
      <dgm:spPr/>
    </dgm:pt>
    <dgm:pt modelId="{539DF07D-E5B5-40F5-8727-3CED1E1B33A5}" type="pres">
      <dgm:prSet presAssocID="{D18A2EB9-BA0A-4CC3-84AD-82F1FCEC0CF8}" presName="textA" presStyleLbl="revTx" presStyleIdx="0" presStyleCnt="7">
        <dgm:presLayoutVars>
          <dgm:bulletEnabled val="1"/>
        </dgm:presLayoutVars>
      </dgm:prSet>
      <dgm:spPr/>
      <dgm:t>
        <a:bodyPr/>
        <a:lstStyle/>
        <a:p>
          <a:endParaRPr lang="fr-FR"/>
        </a:p>
      </dgm:t>
    </dgm:pt>
    <dgm:pt modelId="{A5502098-97F0-4C21-B9B0-EE1DA36C3D38}" type="pres">
      <dgm:prSet presAssocID="{D18A2EB9-BA0A-4CC3-84AD-82F1FCEC0CF8}" presName="circleA" presStyleLbl="node1" presStyleIdx="0" presStyleCnt="7"/>
      <dgm:spPr>
        <a:solidFill>
          <a:schemeClr val="accent1">
            <a:lumMod val="10000"/>
            <a:lumOff val="90000"/>
          </a:schemeClr>
        </a:solidFill>
      </dgm:spPr>
    </dgm:pt>
    <dgm:pt modelId="{56F432A9-8402-4AB8-81A2-F988D0AD42D1}" type="pres">
      <dgm:prSet presAssocID="{D18A2EB9-BA0A-4CC3-84AD-82F1FCEC0CF8}" presName="spaceA" presStyleCnt="0"/>
      <dgm:spPr/>
    </dgm:pt>
    <dgm:pt modelId="{C445F43C-7037-4EA4-9AE9-AF4C0A41ED01}" type="pres">
      <dgm:prSet presAssocID="{2E3CB4B4-AA3E-470D-A24E-9F4F37FE39B9}" presName="space" presStyleCnt="0"/>
      <dgm:spPr/>
    </dgm:pt>
    <dgm:pt modelId="{68D099AC-17F1-48D1-9BF1-98BF44499AE0}" type="pres">
      <dgm:prSet presAssocID="{5CC266EB-B104-43DF-930E-26E4DFBEED32}" presName="compositeB" presStyleCnt="0"/>
      <dgm:spPr/>
    </dgm:pt>
    <dgm:pt modelId="{6E080DD0-F63D-4535-93D6-311C4B914BBB}" type="pres">
      <dgm:prSet presAssocID="{5CC266EB-B104-43DF-930E-26E4DFBEED32}" presName="textB" presStyleLbl="revTx" presStyleIdx="1" presStyleCnt="7">
        <dgm:presLayoutVars>
          <dgm:bulletEnabled val="1"/>
        </dgm:presLayoutVars>
      </dgm:prSet>
      <dgm:spPr/>
      <dgm:t>
        <a:bodyPr/>
        <a:lstStyle/>
        <a:p>
          <a:endParaRPr lang="fr-FR"/>
        </a:p>
      </dgm:t>
    </dgm:pt>
    <dgm:pt modelId="{6B1B9EFF-6045-45C6-A4E0-A74668F5FBA9}" type="pres">
      <dgm:prSet presAssocID="{5CC266EB-B104-43DF-930E-26E4DFBEED32}" presName="circleB" presStyleLbl="node1" presStyleIdx="1" presStyleCnt="7"/>
      <dgm:spPr>
        <a:solidFill>
          <a:schemeClr val="accent1">
            <a:lumMod val="25000"/>
            <a:lumOff val="75000"/>
          </a:schemeClr>
        </a:solidFill>
      </dgm:spPr>
    </dgm:pt>
    <dgm:pt modelId="{7F63CDF0-3F89-4B51-B9CE-135D11DFF760}" type="pres">
      <dgm:prSet presAssocID="{5CC266EB-B104-43DF-930E-26E4DFBEED32}" presName="spaceB" presStyleCnt="0"/>
      <dgm:spPr/>
    </dgm:pt>
    <dgm:pt modelId="{F6887DC0-E7BD-4BB8-87E6-7AA0F41676B2}" type="pres">
      <dgm:prSet presAssocID="{D7BA3A9C-541C-45A8-AA7F-6F0F6FAF2B7F}" presName="space" presStyleCnt="0"/>
      <dgm:spPr/>
    </dgm:pt>
    <dgm:pt modelId="{5266934D-6BB0-40D5-9959-8C633FC72CDB}" type="pres">
      <dgm:prSet presAssocID="{57982DD9-9166-44B8-93A0-123D3D4E814E}" presName="compositeA" presStyleCnt="0"/>
      <dgm:spPr/>
    </dgm:pt>
    <dgm:pt modelId="{610EA4D1-B924-40EA-882A-858E2FD5E456}" type="pres">
      <dgm:prSet presAssocID="{57982DD9-9166-44B8-93A0-123D3D4E814E}" presName="textA" presStyleLbl="revTx" presStyleIdx="2" presStyleCnt="7">
        <dgm:presLayoutVars>
          <dgm:bulletEnabled val="1"/>
        </dgm:presLayoutVars>
      </dgm:prSet>
      <dgm:spPr/>
      <dgm:t>
        <a:bodyPr/>
        <a:lstStyle/>
        <a:p>
          <a:endParaRPr lang="fr-FR"/>
        </a:p>
      </dgm:t>
    </dgm:pt>
    <dgm:pt modelId="{9D00D239-7B09-4344-A702-B5E58C00B75B}" type="pres">
      <dgm:prSet presAssocID="{57982DD9-9166-44B8-93A0-123D3D4E814E}" presName="circleA" presStyleLbl="node1" presStyleIdx="2" presStyleCnt="7"/>
      <dgm:spPr>
        <a:solidFill>
          <a:schemeClr val="accent1">
            <a:lumMod val="50000"/>
            <a:lumOff val="50000"/>
          </a:schemeClr>
        </a:solidFill>
      </dgm:spPr>
    </dgm:pt>
    <dgm:pt modelId="{541D9DB0-CAC9-4139-8D13-DC0DC890BEF6}" type="pres">
      <dgm:prSet presAssocID="{57982DD9-9166-44B8-93A0-123D3D4E814E}" presName="spaceA" presStyleCnt="0"/>
      <dgm:spPr/>
    </dgm:pt>
    <dgm:pt modelId="{AAEB6418-B505-4A2F-B9D6-A20F71319343}" type="pres">
      <dgm:prSet presAssocID="{4C1B1A9D-8D5E-412E-9070-BF4A505ED644}" presName="space" presStyleCnt="0"/>
      <dgm:spPr/>
    </dgm:pt>
    <dgm:pt modelId="{4D592233-D536-47E8-B587-DA2EF5E3AF7D}" type="pres">
      <dgm:prSet presAssocID="{E9AB3215-975E-401E-A8CF-2C4C651B1750}" presName="compositeB" presStyleCnt="0"/>
      <dgm:spPr/>
    </dgm:pt>
    <dgm:pt modelId="{DE225B55-FC00-4FE6-A941-21679D85C952}" type="pres">
      <dgm:prSet presAssocID="{E9AB3215-975E-401E-A8CF-2C4C651B1750}" presName="textB" presStyleLbl="revTx" presStyleIdx="3" presStyleCnt="7">
        <dgm:presLayoutVars>
          <dgm:bulletEnabled val="1"/>
        </dgm:presLayoutVars>
      </dgm:prSet>
      <dgm:spPr/>
      <dgm:t>
        <a:bodyPr/>
        <a:lstStyle/>
        <a:p>
          <a:endParaRPr lang="fr-FR"/>
        </a:p>
      </dgm:t>
    </dgm:pt>
    <dgm:pt modelId="{7C3BBD69-D04C-4DB0-8C5D-126242968689}" type="pres">
      <dgm:prSet presAssocID="{E9AB3215-975E-401E-A8CF-2C4C651B1750}" presName="circleB" presStyleLbl="node1" presStyleIdx="3" presStyleCnt="7"/>
      <dgm:spPr>
        <a:solidFill>
          <a:schemeClr val="accent1">
            <a:lumMod val="75000"/>
            <a:lumOff val="25000"/>
          </a:schemeClr>
        </a:solidFill>
      </dgm:spPr>
    </dgm:pt>
    <dgm:pt modelId="{747BE1FB-4046-474A-BBD7-82A9A4B65D01}" type="pres">
      <dgm:prSet presAssocID="{E9AB3215-975E-401E-A8CF-2C4C651B1750}" presName="spaceB" presStyleCnt="0"/>
      <dgm:spPr/>
    </dgm:pt>
    <dgm:pt modelId="{EBFDA2DA-DCCD-4758-9196-78FE582EAE4C}" type="pres">
      <dgm:prSet presAssocID="{FA714EFF-3721-4FB0-B649-7B2D5C4DB5E2}" presName="space" presStyleCnt="0"/>
      <dgm:spPr/>
    </dgm:pt>
    <dgm:pt modelId="{5480A1D4-EF33-4D92-8ED8-AD2389640142}" type="pres">
      <dgm:prSet presAssocID="{0A9F55E4-6179-430B-9567-0F14741A109A}" presName="compositeA" presStyleCnt="0"/>
      <dgm:spPr/>
    </dgm:pt>
    <dgm:pt modelId="{973FF9BB-952F-4B2F-8D70-71396BDFD6BE}" type="pres">
      <dgm:prSet presAssocID="{0A9F55E4-6179-430B-9567-0F14741A109A}" presName="textA" presStyleLbl="revTx" presStyleIdx="4" presStyleCnt="7">
        <dgm:presLayoutVars>
          <dgm:bulletEnabled val="1"/>
        </dgm:presLayoutVars>
      </dgm:prSet>
      <dgm:spPr/>
      <dgm:t>
        <a:bodyPr/>
        <a:lstStyle/>
        <a:p>
          <a:endParaRPr lang="fr-FR"/>
        </a:p>
      </dgm:t>
    </dgm:pt>
    <dgm:pt modelId="{C5395C7A-B650-4BAB-9FA9-C04CA24ACBA7}" type="pres">
      <dgm:prSet presAssocID="{0A9F55E4-6179-430B-9567-0F14741A109A}" presName="circleA" presStyleLbl="node1" presStyleIdx="4" presStyleCnt="7"/>
      <dgm:spPr>
        <a:solidFill>
          <a:schemeClr val="accent1">
            <a:lumMod val="90000"/>
            <a:lumOff val="10000"/>
          </a:schemeClr>
        </a:solidFill>
      </dgm:spPr>
    </dgm:pt>
    <dgm:pt modelId="{0F8CF12F-D961-453E-ACFE-3A015D7F1442}" type="pres">
      <dgm:prSet presAssocID="{0A9F55E4-6179-430B-9567-0F14741A109A}" presName="spaceA" presStyleCnt="0"/>
      <dgm:spPr/>
    </dgm:pt>
    <dgm:pt modelId="{964D2CE6-DBA5-43C5-AD01-2E3159943EEF}" type="pres">
      <dgm:prSet presAssocID="{F439BEB0-2044-4935-8AA5-D18A2430D162}" presName="space" presStyleCnt="0"/>
      <dgm:spPr/>
    </dgm:pt>
    <dgm:pt modelId="{150FD5BF-B23F-4D49-A54B-02F63A7BF602}" type="pres">
      <dgm:prSet presAssocID="{B79BDD75-7B9B-4CEF-8A3E-B8DA0D9AC26B}" presName="compositeB" presStyleCnt="0"/>
      <dgm:spPr/>
    </dgm:pt>
    <dgm:pt modelId="{E71B28E3-C2DB-4A90-A874-A3EDD917F64F}" type="pres">
      <dgm:prSet presAssocID="{B79BDD75-7B9B-4CEF-8A3E-B8DA0D9AC26B}" presName="textB" presStyleLbl="revTx" presStyleIdx="5" presStyleCnt="7">
        <dgm:presLayoutVars>
          <dgm:bulletEnabled val="1"/>
        </dgm:presLayoutVars>
      </dgm:prSet>
      <dgm:spPr/>
      <dgm:t>
        <a:bodyPr/>
        <a:lstStyle/>
        <a:p>
          <a:endParaRPr lang="fr-FR"/>
        </a:p>
      </dgm:t>
    </dgm:pt>
    <dgm:pt modelId="{E8B30861-AFC5-4FB6-9853-86333A0DF3AF}" type="pres">
      <dgm:prSet presAssocID="{B79BDD75-7B9B-4CEF-8A3E-B8DA0D9AC26B}" presName="circleB" presStyleLbl="node1" presStyleIdx="5" presStyleCnt="7"/>
      <dgm:spPr/>
    </dgm:pt>
    <dgm:pt modelId="{304C6229-E04D-4C32-B922-140BBDA8CC92}" type="pres">
      <dgm:prSet presAssocID="{B79BDD75-7B9B-4CEF-8A3E-B8DA0D9AC26B}" presName="spaceB" presStyleCnt="0"/>
      <dgm:spPr/>
    </dgm:pt>
    <dgm:pt modelId="{C92663E2-3ADF-4141-9132-CDE0FBC01539}" type="pres">
      <dgm:prSet presAssocID="{33BC2D71-EAF3-4C2D-BEC1-0F05DCCA1DCD}" presName="space" presStyleCnt="0"/>
      <dgm:spPr/>
    </dgm:pt>
    <dgm:pt modelId="{3C8370FD-070E-4471-907E-073759027847}" type="pres">
      <dgm:prSet presAssocID="{0D809813-30A2-4BD4-9BC0-E5CA3254D658}" presName="compositeA" presStyleCnt="0"/>
      <dgm:spPr/>
    </dgm:pt>
    <dgm:pt modelId="{C870F13E-1AC8-49D6-9ECF-2535658C0753}" type="pres">
      <dgm:prSet presAssocID="{0D809813-30A2-4BD4-9BC0-E5CA3254D658}" presName="textA" presStyleLbl="revTx" presStyleIdx="6" presStyleCnt="7">
        <dgm:presLayoutVars>
          <dgm:bulletEnabled val="1"/>
        </dgm:presLayoutVars>
      </dgm:prSet>
      <dgm:spPr/>
      <dgm:t>
        <a:bodyPr/>
        <a:lstStyle/>
        <a:p>
          <a:endParaRPr lang="fr-FR"/>
        </a:p>
      </dgm:t>
    </dgm:pt>
    <dgm:pt modelId="{2021A46C-66C7-4B28-B2DE-4C01E0685F98}" type="pres">
      <dgm:prSet presAssocID="{0D809813-30A2-4BD4-9BC0-E5CA3254D658}" presName="circleA" presStyleLbl="node1" presStyleIdx="6" presStyleCnt="7"/>
      <dgm:spPr>
        <a:solidFill>
          <a:schemeClr val="bg2">
            <a:lumMod val="10000"/>
          </a:schemeClr>
        </a:solidFill>
      </dgm:spPr>
    </dgm:pt>
    <dgm:pt modelId="{1DAA1D3B-10F7-40CC-8B68-CD53BE161F7A}" type="pres">
      <dgm:prSet presAssocID="{0D809813-30A2-4BD4-9BC0-E5CA3254D658}" presName="spaceA" presStyleCnt="0"/>
      <dgm:spPr/>
    </dgm:pt>
  </dgm:ptLst>
  <dgm:cxnLst>
    <dgm:cxn modelId="{0BEA1EDA-52A7-4031-AA0E-3EA8C435A0F7}" type="presOf" srcId="{0D809813-30A2-4BD4-9BC0-E5CA3254D658}" destId="{C870F13E-1AC8-49D6-9ECF-2535658C0753}" srcOrd="0" destOrd="0" presId="urn:microsoft.com/office/officeart/2005/8/layout/hProcess11"/>
    <dgm:cxn modelId="{DA0FF6FC-9D4B-4D81-A161-D02C7BC10ADD}" srcId="{E2B11627-5E2E-46CF-9A6A-B8B3DD58D2C9}" destId="{5CC266EB-B104-43DF-930E-26E4DFBEED32}" srcOrd="1" destOrd="0" parTransId="{099D3620-8B6E-41D0-B6BD-F2C3638B1E1B}" sibTransId="{D7BA3A9C-541C-45A8-AA7F-6F0F6FAF2B7F}"/>
    <dgm:cxn modelId="{891D5E17-FF03-466A-9C61-CE089F2BFB1E}" type="presOf" srcId="{0A9F55E4-6179-430B-9567-0F14741A109A}" destId="{973FF9BB-952F-4B2F-8D70-71396BDFD6BE}" srcOrd="0" destOrd="0" presId="urn:microsoft.com/office/officeart/2005/8/layout/hProcess11"/>
    <dgm:cxn modelId="{9236619B-002A-457E-8C7C-A0C18BA52CBA}" type="presOf" srcId="{E9AB3215-975E-401E-A8CF-2C4C651B1750}" destId="{DE225B55-FC00-4FE6-A941-21679D85C952}" srcOrd="0" destOrd="0" presId="urn:microsoft.com/office/officeart/2005/8/layout/hProcess11"/>
    <dgm:cxn modelId="{4B47F042-5A14-4135-B72C-538C3264424C}" srcId="{E2B11627-5E2E-46CF-9A6A-B8B3DD58D2C9}" destId="{D18A2EB9-BA0A-4CC3-84AD-82F1FCEC0CF8}" srcOrd="0" destOrd="0" parTransId="{2478D800-B010-4823-B842-7A49A61A890E}" sibTransId="{2E3CB4B4-AA3E-470D-A24E-9F4F37FE39B9}"/>
    <dgm:cxn modelId="{891F18C6-82BD-4DBE-9189-86571D88F42B}" type="presOf" srcId="{D18A2EB9-BA0A-4CC3-84AD-82F1FCEC0CF8}" destId="{539DF07D-E5B5-40F5-8727-3CED1E1B33A5}" srcOrd="0" destOrd="0" presId="urn:microsoft.com/office/officeart/2005/8/layout/hProcess11"/>
    <dgm:cxn modelId="{84C51913-DDEE-4123-82A6-6CB253FB9C57}" srcId="{E2B11627-5E2E-46CF-9A6A-B8B3DD58D2C9}" destId="{B79BDD75-7B9B-4CEF-8A3E-B8DA0D9AC26B}" srcOrd="5" destOrd="0" parTransId="{25841A95-D271-4FA3-B54D-3A78121F7095}" sibTransId="{33BC2D71-EAF3-4C2D-BEC1-0F05DCCA1DCD}"/>
    <dgm:cxn modelId="{0FF0FF86-C6BA-4425-BE50-6C21AD88C344}" srcId="{E2B11627-5E2E-46CF-9A6A-B8B3DD58D2C9}" destId="{57982DD9-9166-44B8-93A0-123D3D4E814E}" srcOrd="2" destOrd="0" parTransId="{B209D908-8B1B-4D3F-A587-F98AFCB1DA13}" sibTransId="{4C1B1A9D-8D5E-412E-9070-BF4A505ED644}"/>
    <dgm:cxn modelId="{FE2D6AE1-63AD-4543-BDEB-32DAE73FD9D8}" type="presOf" srcId="{57982DD9-9166-44B8-93A0-123D3D4E814E}" destId="{610EA4D1-B924-40EA-882A-858E2FD5E456}" srcOrd="0" destOrd="0" presId="urn:microsoft.com/office/officeart/2005/8/layout/hProcess11"/>
    <dgm:cxn modelId="{39B77F70-8B96-4619-B366-38D840E2BD0C}" srcId="{E2B11627-5E2E-46CF-9A6A-B8B3DD58D2C9}" destId="{0D809813-30A2-4BD4-9BC0-E5CA3254D658}" srcOrd="6" destOrd="0" parTransId="{21875B5D-2650-4DFA-8C1C-44F05A82A098}" sibTransId="{EF511C38-CDD4-4F1B-8A1C-8D884AC505DB}"/>
    <dgm:cxn modelId="{68E33598-C4B7-464C-B3BF-700EB5054B4C}" type="presOf" srcId="{5CC266EB-B104-43DF-930E-26E4DFBEED32}" destId="{6E080DD0-F63D-4535-93D6-311C4B914BBB}" srcOrd="0" destOrd="0" presId="urn:microsoft.com/office/officeart/2005/8/layout/hProcess11"/>
    <dgm:cxn modelId="{A3829165-7A74-4A1D-862E-E41A357B2978}" type="presOf" srcId="{E2B11627-5E2E-46CF-9A6A-B8B3DD58D2C9}" destId="{5CCC10C1-DA01-4F94-9F3A-F6A43224EB28}" srcOrd="0" destOrd="0" presId="urn:microsoft.com/office/officeart/2005/8/layout/hProcess11"/>
    <dgm:cxn modelId="{ADD271E8-63BF-4A3B-96C0-375565C54299}" srcId="{E2B11627-5E2E-46CF-9A6A-B8B3DD58D2C9}" destId="{0A9F55E4-6179-430B-9567-0F14741A109A}" srcOrd="4" destOrd="0" parTransId="{19B5C945-5607-4112-811D-D877F90595F1}" sibTransId="{F439BEB0-2044-4935-8AA5-D18A2430D162}"/>
    <dgm:cxn modelId="{9A019CBB-B75F-489C-850F-77669B728694}" srcId="{E2B11627-5E2E-46CF-9A6A-B8B3DD58D2C9}" destId="{E9AB3215-975E-401E-A8CF-2C4C651B1750}" srcOrd="3" destOrd="0" parTransId="{58A65B0A-1D53-481E-AF9C-231532CBD6BD}" sibTransId="{FA714EFF-3721-4FB0-B649-7B2D5C4DB5E2}"/>
    <dgm:cxn modelId="{CD9DD53D-66E2-4019-9D8E-A5465477EBA2}" type="presOf" srcId="{B79BDD75-7B9B-4CEF-8A3E-B8DA0D9AC26B}" destId="{E71B28E3-C2DB-4A90-A874-A3EDD917F64F}" srcOrd="0" destOrd="0" presId="urn:microsoft.com/office/officeart/2005/8/layout/hProcess11"/>
    <dgm:cxn modelId="{07D0BF4D-AA86-4F06-9275-5A7947BDD893}" type="presParOf" srcId="{5CCC10C1-DA01-4F94-9F3A-F6A43224EB28}" destId="{03554DB6-EDDB-4851-99D6-18DCED647F22}" srcOrd="0" destOrd="0" presId="urn:microsoft.com/office/officeart/2005/8/layout/hProcess11"/>
    <dgm:cxn modelId="{6BD5CAF5-FEBE-438B-BDB1-062E82EB706F}" type="presParOf" srcId="{5CCC10C1-DA01-4F94-9F3A-F6A43224EB28}" destId="{3A738C7D-213C-4318-9F61-0B262C1F1D4B}" srcOrd="1" destOrd="0" presId="urn:microsoft.com/office/officeart/2005/8/layout/hProcess11"/>
    <dgm:cxn modelId="{065D8786-BD8C-46AD-A499-7D7EB6709C61}" type="presParOf" srcId="{3A738C7D-213C-4318-9F61-0B262C1F1D4B}" destId="{59E45A88-F7F3-4A5E-B2BA-ACBE9E64C018}" srcOrd="0" destOrd="0" presId="urn:microsoft.com/office/officeart/2005/8/layout/hProcess11"/>
    <dgm:cxn modelId="{498AFD4E-7446-4A60-8222-0BDC366C4F15}" type="presParOf" srcId="{59E45A88-F7F3-4A5E-B2BA-ACBE9E64C018}" destId="{539DF07D-E5B5-40F5-8727-3CED1E1B33A5}" srcOrd="0" destOrd="0" presId="urn:microsoft.com/office/officeart/2005/8/layout/hProcess11"/>
    <dgm:cxn modelId="{ABDBCB26-5F8B-4EAF-A9D2-0512B26A906C}" type="presParOf" srcId="{59E45A88-F7F3-4A5E-B2BA-ACBE9E64C018}" destId="{A5502098-97F0-4C21-B9B0-EE1DA36C3D38}" srcOrd="1" destOrd="0" presId="urn:microsoft.com/office/officeart/2005/8/layout/hProcess11"/>
    <dgm:cxn modelId="{6288C2F3-D030-44F7-A351-A62BCB3D7D97}" type="presParOf" srcId="{59E45A88-F7F3-4A5E-B2BA-ACBE9E64C018}" destId="{56F432A9-8402-4AB8-81A2-F988D0AD42D1}" srcOrd="2" destOrd="0" presId="urn:microsoft.com/office/officeart/2005/8/layout/hProcess11"/>
    <dgm:cxn modelId="{71CE923B-67AB-414C-B5DD-84E21C45720E}" type="presParOf" srcId="{3A738C7D-213C-4318-9F61-0B262C1F1D4B}" destId="{C445F43C-7037-4EA4-9AE9-AF4C0A41ED01}" srcOrd="1" destOrd="0" presId="urn:microsoft.com/office/officeart/2005/8/layout/hProcess11"/>
    <dgm:cxn modelId="{9053D821-17D1-44A0-A3A7-E3A42778D44F}" type="presParOf" srcId="{3A738C7D-213C-4318-9F61-0B262C1F1D4B}" destId="{68D099AC-17F1-48D1-9BF1-98BF44499AE0}" srcOrd="2" destOrd="0" presId="urn:microsoft.com/office/officeart/2005/8/layout/hProcess11"/>
    <dgm:cxn modelId="{913D9B3D-0E29-48A6-973B-56E2288EC9F3}" type="presParOf" srcId="{68D099AC-17F1-48D1-9BF1-98BF44499AE0}" destId="{6E080DD0-F63D-4535-93D6-311C4B914BBB}" srcOrd="0" destOrd="0" presId="urn:microsoft.com/office/officeart/2005/8/layout/hProcess11"/>
    <dgm:cxn modelId="{E515C171-EB7F-462A-A30D-8B29F373F1D4}" type="presParOf" srcId="{68D099AC-17F1-48D1-9BF1-98BF44499AE0}" destId="{6B1B9EFF-6045-45C6-A4E0-A74668F5FBA9}" srcOrd="1" destOrd="0" presId="urn:microsoft.com/office/officeart/2005/8/layout/hProcess11"/>
    <dgm:cxn modelId="{021F01D2-D681-4116-9E4F-F023E667FBC5}" type="presParOf" srcId="{68D099AC-17F1-48D1-9BF1-98BF44499AE0}" destId="{7F63CDF0-3F89-4B51-B9CE-135D11DFF760}" srcOrd="2" destOrd="0" presId="urn:microsoft.com/office/officeart/2005/8/layout/hProcess11"/>
    <dgm:cxn modelId="{27A216C1-7BD1-400F-A22D-B4B508083C3F}" type="presParOf" srcId="{3A738C7D-213C-4318-9F61-0B262C1F1D4B}" destId="{F6887DC0-E7BD-4BB8-87E6-7AA0F41676B2}" srcOrd="3" destOrd="0" presId="urn:microsoft.com/office/officeart/2005/8/layout/hProcess11"/>
    <dgm:cxn modelId="{D2EB6579-7060-41D2-B00E-057DD1A8217E}" type="presParOf" srcId="{3A738C7D-213C-4318-9F61-0B262C1F1D4B}" destId="{5266934D-6BB0-40D5-9959-8C633FC72CDB}" srcOrd="4" destOrd="0" presId="urn:microsoft.com/office/officeart/2005/8/layout/hProcess11"/>
    <dgm:cxn modelId="{7260F457-AAE7-4359-8CC6-C5E955B6B60D}" type="presParOf" srcId="{5266934D-6BB0-40D5-9959-8C633FC72CDB}" destId="{610EA4D1-B924-40EA-882A-858E2FD5E456}" srcOrd="0" destOrd="0" presId="urn:microsoft.com/office/officeart/2005/8/layout/hProcess11"/>
    <dgm:cxn modelId="{3693E044-668D-404B-987F-71A9AC0DD331}" type="presParOf" srcId="{5266934D-6BB0-40D5-9959-8C633FC72CDB}" destId="{9D00D239-7B09-4344-A702-B5E58C00B75B}" srcOrd="1" destOrd="0" presId="urn:microsoft.com/office/officeart/2005/8/layout/hProcess11"/>
    <dgm:cxn modelId="{3FF1285C-12A0-4B87-8940-E75E03BC0585}" type="presParOf" srcId="{5266934D-6BB0-40D5-9959-8C633FC72CDB}" destId="{541D9DB0-CAC9-4139-8D13-DC0DC890BEF6}" srcOrd="2" destOrd="0" presId="urn:microsoft.com/office/officeart/2005/8/layout/hProcess11"/>
    <dgm:cxn modelId="{2E9AE937-3D91-4C88-BA37-11B93E9A08D7}" type="presParOf" srcId="{3A738C7D-213C-4318-9F61-0B262C1F1D4B}" destId="{AAEB6418-B505-4A2F-B9D6-A20F71319343}" srcOrd="5" destOrd="0" presId="urn:microsoft.com/office/officeart/2005/8/layout/hProcess11"/>
    <dgm:cxn modelId="{44603494-9D4D-46A0-B21E-E0112CB620D0}" type="presParOf" srcId="{3A738C7D-213C-4318-9F61-0B262C1F1D4B}" destId="{4D592233-D536-47E8-B587-DA2EF5E3AF7D}" srcOrd="6" destOrd="0" presId="urn:microsoft.com/office/officeart/2005/8/layout/hProcess11"/>
    <dgm:cxn modelId="{009888D5-02AA-4E34-AAA1-4DC6359F411A}" type="presParOf" srcId="{4D592233-D536-47E8-B587-DA2EF5E3AF7D}" destId="{DE225B55-FC00-4FE6-A941-21679D85C952}" srcOrd="0" destOrd="0" presId="urn:microsoft.com/office/officeart/2005/8/layout/hProcess11"/>
    <dgm:cxn modelId="{52F68299-ADDC-47DB-8F7B-DE0EE2ECC717}" type="presParOf" srcId="{4D592233-D536-47E8-B587-DA2EF5E3AF7D}" destId="{7C3BBD69-D04C-4DB0-8C5D-126242968689}" srcOrd="1" destOrd="0" presId="urn:microsoft.com/office/officeart/2005/8/layout/hProcess11"/>
    <dgm:cxn modelId="{16396C46-EA3B-4B4F-BA87-0C28D6BDA6A6}" type="presParOf" srcId="{4D592233-D536-47E8-B587-DA2EF5E3AF7D}" destId="{747BE1FB-4046-474A-BBD7-82A9A4B65D01}" srcOrd="2" destOrd="0" presId="urn:microsoft.com/office/officeart/2005/8/layout/hProcess11"/>
    <dgm:cxn modelId="{BAAB9CC1-5CD6-4BB1-A9DE-1BE272FBA354}" type="presParOf" srcId="{3A738C7D-213C-4318-9F61-0B262C1F1D4B}" destId="{EBFDA2DA-DCCD-4758-9196-78FE582EAE4C}" srcOrd="7" destOrd="0" presId="urn:microsoft.com/office/officeart/2005/8/layout/hProcess11"/>
    <dgm:cxn modelId="{5E39D99B-CF76-4958-9E2C-4690F3D67459}" type="presParOf" srcId="{3A738C7D-213C-4318-9F61-0B262C1F1D4B}" destId="{5480A1D4-EF33-4D92-8ED8-AD2389640142}" srcOrd="8" destOrd="0" presId="urn:microsoft.com/office/officeart/2005/8/layout/hProcess11"/>
    <dgm:cxn modelId="{53185CA2-437D-4EE9-B7AC-A2ED973C4EC0}" type="presParOf" srcId="{5480A1D4-EF33-4D92-8ED8-AD2389640142}" destId="{973FF9BB-952F-4B2F-8D70-71396BDFD6BE}" srcOrd="0" destOrd="0" presId="urn:microsoft.com/office/officeart/2005/8/layout/hProcess11"/>
    <dgm:cxn modelId="{4BBF7B2A-9B00-4DB6-9433-9DA0CB1AE2B2}" type="presParOf" srcId="{5480A1D4-EF33-4D92-8ED8-AD2389640142}" destId="{C5395C7A-B650-4BAB-9FA9-C04CA24ACBA7}" srcOrd="1" destOrd="0" presId="urn:microsoft.com/office/officeart/2005/8/layout/hProcess11"/>
    <dgm:cxn modelId="{53079AE6-F679-4645-9047-F9EE7001CA16}" type="presParOf" srcId="{5480A1D4-EF33-4D92-8ED8-AD2389640142}" destId="{0F8CF12F-D961-453E-ACFE-3A015D7F1442}" srcOrd="2" destOrd="0" presId="urn:microsoft.com/office/officeart/2005/8/layout/hProcess11"/>
    <dgm:cxn modelId="{4AB9D566-60D2-4FAE-96AF-21C2CC2C0469}" type="presParOf" srcId="{3A738C7D-213C-4318-9F61-0B262C1F1D4B}" destId="{964D2CE6-DBA5-43C5-AD01-2E3159943EEF}" srcOrd="9" destOrd="0" presId="urn:microsoft.com/office/officeart/2005/8/layout/hProcess11"/>
    <dgm:cxn modelId="{9B99CD1E-C840-498A-AF42-FFC4B5928041}" type="presParOf" srcId="{3A738C7D-213C-4318-9F61-0B262C1F1D4B}" destId="{150FD5BF-B23F-4D49-A54B-02F63A7BF602}" srcOrd="10" destOrd="0" presId="urn:microsoft.com/office/officeart/2005/8/layout/hProcess11"/>
    <dgm:cxn modelId="{6B80ADF7-D6E4-4114-9FA9-D8685EE126A3}" type="presParOf" srcId="{150FD5BF-B23F-4D49-A54B-02F63A7BF602}" destId="{E71B28E3-C2DB-4A90-A874-A3EDD917F64F}" srcOrd="0" destOrd="0" presId="urn:microsoft.com/office/officeart/2005/8/layout/hProcess11"/>
    <dgm:cxn modelId="{D4042C76-92FD-440F-9ECA-F8F597C5517C}" type="presParOf" srcId="{150FD5BF-B23F-4D49-A54B-02F63A7BF602}" destId="{E8B30861-AFC5-4FB6-9853-86333A0DF3AF}" srcOrd="1" destOrd="0" presId="urn:microsoft.com/office/officeart/2005/8/layout/hProcess11"/>
    <dgm:cxn modelId="{08544DE3-6B6F-4F47-9FB4-0036B012F2C6}" type="presParOf" srcId="{150FD5BF-B23F-4D49-A54B-02F63A7BF602}" destId="{304C6229-E04D-4C32-B922-140BBDA8CC92}" srcOrd="2" destOrd="0" presId="urn:microsoft.com/office/officeart/2005/8/layout/hProcess11"/>
    <dgm:cxn modelId="{1B2FA12B-2F09-44C5-A72E-4A8DDB9B60FD}" type="presParOf" srcId="{3A738C7D-213C-4318-9F61-0B262C1F1D4B}" destId="{C92663E2-3ADF-4141-9132-CDE0FBC01539}" srcOrd="11" destOrd="0" presId="urn:microsoft.com/office/officeart/2005/8/layout/hProcess11"/>
    <dgm:cxn modelId="{4BAD5240-870A-415F-B5ED-A748171F0CB2}" type="presParOf" srcId="{3A738C7D-213C-4318-9F61-0B262C1F1D4B}" destId="{3C8370FD-070E-4471-907E-073759027847}" srcOrd="12" destOrd="0" presId="urn:microsoft.com/office/officeart/2005/8/layout/hProcess11"/>
    <dgm:cxn modelId="{52475F8B-4284-4A30-A36D-496F85D02F75}" type="presParOf" srcId="{3C8370FD-070E-4471-907E-073759027847}" destId="{C870F13E-1AC8-49D6-9ECF-2535658C0753}" srcOrd="0" destOrd="0" presId="urn:microsoft.com/office/officeart/2005/8/layout/hProcess11"/>
    <dgm:cxn modelId="{DB7ACC5C-CAC1-4DF7-8FA7-15FCCFA84A15}" type="presParOf" srcId="{3C8370FD-070E-4471-907E-073759027847}" destId="{2021A46C-66C7-4B28-B2DE-4C01E0685F98}" srcOrd="1" destOrd="0" presId="urn:microsoft.com/office/officeart/2005/8/layout/hProcess11"/>
    <dgm:cxn modelId="{ADCC0A29-BC07-49D2-ADB7-C2F6DF71F4E8}" type="presParOf" srcId="{3C8370FD-070E-4471-907E-073759027847}" destId="{1DAA1D3B-10F7-40CC-8B68-CD53BE161F7A}"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554DB6-EDDB-4851-99D6-18DCED647F22}">
      <dsp:nvSpPr>
        <dsp:cNvPr id="0" name=""/>
        <dsp:cNvSpPr/>
      </dsp:nvSpPr>
      <dsp:spPr>
        <a:xfrm>
          <a:off x="0" y="1625600"/>
          <a:ext cx="11153043" cy="2167466"/>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9DF07D-E5B5-40F5-8727-3CED1E1B33A5}">
      <dsp:nvSpPr>
        <dsp:cNvPr id="0" name=""/>
        <dsp:cNvSpPr/>
      </dsp:nvSpPr>
      <dsp:spPr>
        <a:xfrm>
          <a:off x="857" y="0"/>
          <a:ext cx="137479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lvl="0" algn="ctr" defTabSz="622300">
            <a:lnSpc>
              <a:spcPct val="90000"/>
            </a:lnSpc>
            <a:spcBef>
              <a:spcPct val="0"/>
            </a:spcBef>
            <a:spcAft>
              <a:spcPct val="35000"/>
            </a:spcAft>
          </a:pPr>
          <a:r>
            <a:rPr lang="fr-FR" sz="1400" kern="1200" dirty="0" smtClean="0"/>
            <a:t>Texte</a:t>
          </a:r>
          <a:endParaRPr lang="fr-FR" sz="1400" b="1" kern="1200" dirty="0"/>
        </a:p>
      </dsp:txBody>
      <dsp:txXfrm>
        <a:off x="857" y="0"/>
        <a:ext cx="1374797" cy="2167466"/>
      </dsp:txXfrm>
    </dsp:sp>
    <dsp:sp modelId="{A5502098-97F0-4C21-B9B0-EE1DA36C3D38}">
      <dsp:nvSpPr>
        <dsp:cNvPr id="0" name=""/>
        <dsp:cNvSpPr/>
      </dsp:nvSpPr>
      <dsp:spPr>
        <a:xfrm>
          <a:off x="417323" y="2438400"/>
          <a:ext cx="541866" cy="541866"/>
        </a:xfrm>
        <a:prstGeom prst="ellipse">
          <a:avLst/>
        </a:prstGeom>
        <a:solidFill>
          <a:schemeClr val="accent1">
            <a:lumMod val="10000"/>
            <a:lumOff val="9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080DD0-F63D-4535-93D6-311C4B914BBB}">
      <dsp:nvSpPr>
        <dsp:cNvPr id="0" name=""/>
        <dsp:cNvSpPr/>
      </dsp:nvSpPr>
      <dsp:spPr>
        <a:xfrm>
          <a:off x="1444395" y="3251200"/>
          <a:ext cx="137479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lvl="0" algn="ctr" defTabSz="622300">
            <a:lnSpc>
              <a:spcPct val="90000"/>
            </a:lnSpc>
            <a:spcBef>
              <a:spcPct val="0"/>
            </a:spcBef>
            <a:spcAft>
              <a:spcPct val="35000"/>
            </a:spcAft>
          </a:pPr>
          <a:r>
            <a:rPr lang="fr-FR" sz="1400" kern="1200" smtClean="0"/>
            <a:t>Texte</a:t>
          </a:r>
          <a:endParaRPr lang="fr-FR" sz="1400" kern="1200" dirty="0"/>
        </a:p>
      </dsp:txBody>
      <dsp:txXfrm>
        <a:off x="1444395" y="3251200"/>
        <a:ext cx="1374797" cy="2167466"/>
      </dsp:txXfrm>
    </dsp:sp>
    <dsp:sp modelId="{6B1B9EFF-6045-45C6-A4E0-A74668F5FBA9}">
      <dsp:nvSpPr>
        <dsp:cNvPr id="0" name=""/>
        <dsp:cNvSpPr/>
      </dsp:nvSpPr>
      <dsp:spPr>
        <a:xfrm>
          <a:off x="1860860" y="2438400"/>
          <a:ext cx="541866" cy="541866"/>
        </a:xfrm>
        <a:prstGeom prst="ellipse">
          <a:avLst/>
        </a:prstGeom>
        <a:solidFill>
          <a:schemeClr val="accent1">
            <a:lumMod val="25000"/>
            <a:lumOff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10EA4D1-B924-40EA-882A-858E2FD5E456}">
      <dsp:nvSpPr>
        <dsp:cNvPr id="0" name=""/>
        <dsp:cNvSpPr/>
      </dsp:nvSpPr>
      <dsp:spPr>
        <a:xfrm>
          <a:off x="2887932" y="0"/>
          <a:ext cx="137479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lvl="0" algn="ctr" defTabSz="622300">
            <a:lnSpc>
              <a:spcPct val="90000"/>
            </a:lnSpc>
            <a:spcBef>
              <a:spcPct val="0"/>
            </a:spcBef>
            <a:spcAft>
              <a:spcPct val="35000"/>
            </a:spcAft>
          </a:pPr>
          <a:r>
            <a:rPr lang="fr-FR" sz="1400" kern="1200" smtClean="0"/>
            <a:t>Texte</a:t>
          </a:r>
          <a:endParaRPr lang="fr-FR" sz="1400" kern="1200" dirty="0"/>
        </a:p>
      </dsp:txBody>
      <dsp:txXfrm>
        <a:off x="2887932" y="0"/>
        <a:ext cx="1374797" cy="2167466"/>
      </dsp:txXfrm>
    </dsp:sp>
    <dsp:sp modelId="{9D00D239-7B09-4344-A702-B5E58C00B75B}">
      <dsp:nvSpPr>
        <dsp:cNvPr id="0" name=""/>
        <dsp:cNvSpPr/>
      </dsp:nvSpPr>
      <dsp:spPr>
        <a:xfrm>
          <a:off x="3304398" y="2438400"/>
          <a:ext cx="541866" cy="541866"/>
        </a:xfrm>
        <a:prstGeom prst="ellipse">
          <a:avLst/>
        </a:prstGeom>
        <a:solidFill>
          <a:schemeClr val="accent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225B55-FC00-4FE6-A941-21679D85C952}">
      <dsp:nvSpPr>
        <dsp:cNvPr id="0" name=""/>
        <dsp:cNvSpPr/>
      </dsp:nvSpPr>
      <dsp:spPr>
        <a:xfrm>
          <a:off x="4331470" y="3251200"/>
          <a:ext cx="137479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lvl="0" algn="ctr" defTabSz="622300">
            <a:lnSpc>
              <a:spcPct val="90000"/>
            </a:lnSpc>
            <a:spcBef>
              <a:spcPct val="0"/>
            </a:spcBef>
            <a:spcAft>
              <a:spcPct val="35000"/>
            </a:spcAft>
          </a:pPr>
          <a:r>
            <a:rPr lang="fr-FR" sz="1400" kern="1200" smtClean="0"/>
            <a:t>Texte</a:t>
          </a:r>
          <a:endParaRPr lang="fr-FR" sz="1400" kern="1200" dirty="0"/>
        </a:p>
      </dsp:txBody>
      <dsp:txXfrm>
        <a:off x="4331470" y="3251200"/>
        <a:ext cx="1374797" cy="2167466"/>
      </dsp:txXfrm>
    </dsp:sp>
    <dsp:sp modelId="{7C3BBD69-D04C-4DB0-8C5D-126242968689}">
      <dsp:nvSpPr>
        <dsp:cNvPr id="0" name=""/>
        <dsp:cNvSpPr/>
      </dsp:nvSpPr>
      <dsp:spPr>
        <a:xfrm>
          <a:off x="4747936" y="2438400"/>
          <a:ext cx="541866" cy="541866"/>
        </a:xfrm>
        <a:prstGeom prst="ellipse">
          <a:avLst/>
        </a:prstGeom>
        <a:solidFill>
          <a:schemeClr val="accent1">
            <a:lumMod val="75000"/>
            <a:lumOff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73FF9BB-952F-4B2F-8D70-71396BDFD6BE}">
      <dsp:nvSpPr>
        <dsp:cNvPr id="0" name=""/>
        <dsp:cNvSpPr/>
      </dsp:nvSpPr>
      <dsp:spPr>
        <a:xfrm>
          <a:off x="5775008" y="0"/>
          <a:ext cx="137479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lvl="0" algn="ctr" defTabSz="622300">
            <a:lnSpc>
              <a:spcPct val="90000"/>
            </a:lnSpc>
            <a:spcBef>
              <a:spcPct val="0"/>
            </a:spcBef>
            <a:spcAft>
              <a:spcPct val="35000"/>
            </a:spcAft>
          </a:pPr>
          <a:r>
            <a:rPr lang="fr-FR" sz="1400" kern="1200" smtClean="0"/>
            <a:t>Texte</a:t>
          </a:r>
          <a:endParaRPr lang="fr-FR" sz="1400" kern="1200" dirty="0"/>
        </a:p>
      </dsp:txBody>
      <dsp:txXfrm>
        <a:off x="5775008" y="0"/>
        <a:ext cx="1374797" cy="2167466"/>
      </dsp:txXfrm>
    </dsp:sp>
    <dsp:sp modelId="{C5395C7A-B650-4BAB-9FA9-C04CA24ACBA7}">
      <dsp:nvSpPr>
        <dsp:cNvPr id="0" name=""/>
        <dsp:cNvSpPr/>
      </dsp:nvSpPr>
      <dsp:spPr>
        <a:xfrm>
          <a:off x="6191473" y="2438400"/>
          <a:ext cx="541866" cy="541866"/>
        </a:xfrm>
        <a:prstGeom prst="ellipse">
          <a:avLst/>
        </a:prstGeom>
        <a:solidFill>
          <a:schemeClr val="accent1">
            <a:lumMod val="90000"/>
            <a:lumOff val="1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1B28E3-C2DB-4A90-A874-A3EDD917F64F}">
      <dsp:nvSpPr>
        <dsp:cNvPr id="0" name=""/>
        <dsp:cNvSpPr/>
      </dsp:nvSpPr>
      <dsp:spPr>
        <a:xfrm>
          <a:off x="7218545" y="3251200"/>
          <a:ext cx="137479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lvl="0" algn="ctr" defTabSz="622300">
            <a:lnSpc>
              <a:spcPct val="90000"/>
            </a:lnSpc>
            <a:spcBef>
              <a:spcPct val="0"/>
            </a:spcBef>
            <a:spcAft>
              <a:spcPct val="35000"/>
            </a:spcAft>
          </a:pPr>
          <a:r>
            <a:rPr lang="fr-FR" sz="1400" kern="1200" smtClean="0"/>
            <a:t>Texte</a:t>
          </a:r>
          <a:endParaRPr lang="fr-FR" sz="1400" kern="1200" dirty="0"/>
        </a:p>
      </dsp:txBody>
      <dsp:txXfrm>
        <a:off x="7218545" y="3251200"/>
        <a:ext cx="1374797" cy="2167466"/>
      </dsp:txXfrm>
    </dsp:sp>
    <dsp:sp modelId="{E8B30861-AFC5-4FB6-9853-86333A0DF3AF}">
      <dsp:nvSpPr>
        <dsp:cNvPr id="0" name=""/>
        <dsp:cNvSpPr/>
      </dsp:nvSpPr>
      <dsp:spPr>
        <a:xfrm>
          <a:off x="7635011"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870F13E-1AC8-49D6-9ECF-2535658C0753}">
      <dsp:nvSpPr>
        <dsp:cNvPr id="0" name=""/>
        <dsp:cNvSpPr/>
      </dsp:nvSpPr>
      <dsp:spPr>
        <a:xfrm>
          <a:off x="8662083" y="0"/>
          <a:ext cx="137479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lvl="0" algn="ctr" defTabSz="622300">
            <a:lnSpc>
              <a:spcPct val="90000"/>
            </a:lnSpc>
            <a:spcBef>
              <a:spcPct val="0"/>
            </a:spcBef>
            <a:spcAft>
              <a:spcPct val="35000"/>
            </a:spcAft>
          </a:pPr>
          <a:r>
            <a:rPr lang="fr-FR" sz="1400" kern="1200" dirty="0" smtClean="0"/>
            <a:t>Texte</a:t>
          </a:r>
          <a:endParaRPr lang="fr-FR" sz="1400" kern="1200" dirty="0"/>
        </a:p>
      </dsp:txBody>
      <dsp:txXfrm>
        <a:off x="8662083" y="0"/>
        <a:ext cx="1374797" cy="2167466"/>
      </dsp:txXfrm>
    </dsp:sp>
    <dsp:sp modelId="{2021A46C-66C7-4B28-B2DE-4C01E0685F98}">
      <dsp:nvSpPr>
        <dsp:cNvPr id="0" name=""/>
        <dsp:cNvSpPr/>
      </dsp:nvSpPr>
      <dsp:spPr>
        <a:xfrm>
          <a:off x="9078548" y="2438400"/>
          <a:ext cx="541866" cy="541866"/>
        </a:xfrm>
        <a:prstGeom prst="ellipse">
          <a:avLst/>
        </a:prstGeom>
        <a:solidFill>
          <a:schemeClr val="bg2">
            <a:lumMod val="1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5C41D7D-C4D4-4D1E-B52D-BDBC36835D74}" type="datetimeFigureOut">
              <a:rPr lang="fr-FR" smtClean="0"/>
              <a:t>10/10/2024</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7F5A4DC-59D4-4240-8828-69583C22DE9C}" type="slidenum">
              <a:rPr lang="fr-FR" smtClean="0"/>
              <a:t>‹N°›</a:t>
            </a:fld>
            <a:endParaRPr lang="fr-FR"/>
          </a:p>
        </p:txBody>
      </p:sp>
    </p:spTree>
    <p:extLst>
      <p:ext uri="{BB962C8B-B14F-4D97-AF65-F5344CB8AC3E}">
        <p14:creationId xmlns:p14="http://schemas.microsoft.com/office/powerpoint/2010/main" val="4028307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1AFB5C-83D3-4556-B9B5-93EEEDB806CA}" type="datetimeFigureOut">
              <a:rPr lang="fr-FR" smtClean="0"/>
              <a:t>10/10/2024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FB21A-BDE3-4A4C-94B1-FDAFE52A005A}" type="slidenum">
              <a:rPr lang="fr-FR" smtClean="0"/>
              <a:t>‹N°›</a:t>
            </a:fld>
            <a:endParaRPr lang="fr-FR"/>
          </a:p>
        </p:txBody>
      </p:sp>
    </p:spTree>
    <p:extLst>
      <p:ext uri="{BB962C8B-B14F-4D97-AF65-F5344CB8AC3E}">
        <p14:creationId xmlns:p14="http://schemas.microsoft.com/office/powerpoint/2010/main" val="275157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Métriques</a:t>
            </a:r>
            <a:r>
              <a:rPr lang="fr-FR" baseline="0" dirty="0" smtClean="0"/>
              <a:t> du succès ?</a:t>
            </a:r>
          </a:p>
        </p:txBody>
      </p:sp>
      <p:sp>
        <p:nvSpPr>
          <p:cNvPr id="4" name="Espace réservé du numéro de diapositive 3"/>
          <p:cNvSpPr>
            <a:spLocks noGrp="1"/>
          </p:cNvSpPr>
          <p:nvPr>
            <p:ph type="sldNum" sz="quarter" idx="10"/>
          </p:nvPr>
        </p:nvSpPr>
        <p:spPr/>
        <p:txBody>
          <a:bodyPr/>
          <a:lstStyle/>
          <a:p>
            <a:fld id="{09DFB21A-BDE3-4A4C-94B1-FDAFE52A005A}" type="slidenum">
              <a:rPr lang="fr-FR" smtClean="0"/>
              <a:t>10</a:t>
            </a:fld>
            <a:endParaRPr lang="fr-FR"/>
          </a:p>
        </p:txBody>
      </p:sp>
    </p:spTree>
    <p:extLst>
      <p:ext uri="{BB962C8B-B14F-4D97-AF65-F5344CB8AC3E}">
        <p14:creationId xmlns:p14="http://schemas.microsoft.com/office/powerpoint/2010/main" val="2422780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Espace réservé des not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a:t>Autres tiers : </a:t>
            </a:r>
            <a:r>
              <a:rPr lang="fr-FR" sz="1200" b="1"/>
              <a:t>D’autres sites proposent des services équivalents</a:t>
            </a:r>
            <a:r>
              <a:rPr lang="fr-FR" sz="1200"/>
              <a:t>. Certains sont d’origine plus suspicieuse qu’</a:t>
            </a:r>
            <a:r>
              <a:rPr lang="fr-FR" sz="1200" err="1"/>
              <a:t>OpenAI</a:t>
            </a:r>
            <a:r>
              <a:rPr lang="fr-FR" sz="1200"/>
              <a:t> et ChatGPT. Ces sites sont déjà très largement utilisés, et utilisent parfois les APIs d’</a:t>
            </a:r>
            <a:r>
              <a:rPr lang="fr-FR" sz="1200" err="1"/>
              <a:t>OpenAI</a:t>
            </a:r>
            <a:r>
              <a:rPr lang="fr-FR" sz="1200"/>
              <a:t> (</a:t>
            </a:r>
            <a:r>
              <a:rPr lang="fr-FR" sz="1200" b="1"/>
              <a:t>2 tiers peuvent collecter vos données</a:t>
            </a:r>
            <a:r>
              <a:rPr lang="fr-FR" sz="120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a:t>Appareils personnels : </a:t>
            </a:r>
            <a:r>
              <a:rPr lang="fr-FR"/>
              <a:t>L’utilisation de ces services s’est très largement démocratisée. Chacun est capable d’y accéder via son propre smartphone ou PC</a:t>
            </a:r>
            <a:r>
              <a:rPr lang="fr-FR" b="1"/>
              <a:t>. Les bloquer n’empêche donc pas leur utilisation.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b="1"/>
              <a:t>Contournement</a:t>
            </a:r>
            <a:r>
              <a:rPr lang="fr-FR" b="1" baseline="0"/>
              <a:t> : </a:t>
            </a:r>
            <a:r>
              <a:rPr lang="fr-FR"/>
              <a:t>Bloquer ces sites c’est prendre le risque de </a:t>
            </a:r>
            <a:r>
              <a:rPr lang="fr-FR" b="1"/>
              <a:t>réorienter les utilisateurs vers d’autres sites </a:t>
            </a:r>
            <a:r>
              <a:rPr lang="fr-FR"/>
              <a:t>proposant le même service, parfois relayant l’API d’</a:t>
            </a:r>
            <a:r>
              <a:rPr lang="fr-FR" err="1"/>
              <a:t>OpenAI</a:t>
            </a:r>
            <a:r>
              <a:rPr lang="fr-FR"/>
              <a:t> et/ou aux origines plus douteuses. </a:t>
            </a:r>
            <a:endParaRPr lang="fr-FR" b="1"/>
          </a:p>
          <a:p>
            <a:pPr>
              <a:spcBef>
                <a:spcPct val="0"/>
              </a:spcBef>
            </a:pPr>
            <a:endParaRPr lang="fr-FR" altLang="fr-FR"/>
          </a:p>
        </p:txBody>
      </p:sp>
      <p:sp>
        <p:nvSpPr>
          <p:cNvPr id="2765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Segoe UI" panose="020B0502040204020203" pitchFamily="34" charset="0"/>
              </a:defRPr>
            </a:lvl1pPr>
            <a:lvl2pPr marL="742950" indent="-285750">
              <a:defRPr>
                <a:solidFill>
                  <a:schemeClr val="tx1"/>
                </a:solidFill>
                <a:latin typeface="Segoe UI" panose="020B0502040204020203" pitchFamily="34" charset="0"/>
              </a:defRPr>
            </a:lvl2pPr>
            <a:lvl3pPr marL="1143000" indent="-228600">
              <a:defRPr>
                <a:solidFill>
                  <a:schemeClr val="tx1"/>
                </a:solidFill>
                <a:latin typeface="Segoe UI" panose="020B0502040204020203" pitchFamily="34" charset="0"/>
              </a:defRPr>
            </a:lvl3pPr>
            <a:lvl4pPr marL="1600200" indent="-228600">
              <a:defRPr>
                <a:solidFill>
                  <a:schemeClr val="tx1"/>
                </a:solidFill>
                <a:latin typeface="Segoe UI" panose="020B0502040204020203" pitchFamily="34" charset="0"/>
              </a:defRPr>
            </a:lvl4pPr>
            <a:lvl5pPr marL="2057400" indent="-228600">
              <a:defRPr>
                <a:solidFill>
                  <a:schemeClr val="tx1"/>
                </a:solidFill>
                <a:latin typeface="Segoe UI" panose="020B0502040204020203" pitchFamily="34" charset="0"/>
              </a:defRPr>
            </a:lvl5pPr>
            <a:lvl6pPr marL="2514600" indent="-228600" fontAlgn="base">
              <a:spcBef>
                <a:spcPct val="0"/>
              </a:spcBef>
              <a:spcAft>
                <a:spcPct val="0"/>
              </a:spcAft>
              <a:defRPr>
                <a:solidFill>
                  <a:schemeClr val="tx1"/>
                </a:solidFill>
                <a:latin typeface="Segoe UI" panose="020B0502040204020203" pitchFamily="34" charset="0"/>
              </a:defRPr>
            </a:lvl6pPr>
            <a:lvl7pPr marL="2971800" indent="-228600" fontAlgn="base">
              <a:spcBef>
                <a:spcPct val="0"/>
              </a:spcBef>
              <a:spcAft>
                <a:spcPct val="0"/>
              </a:spcAft>
              <a:defRPr>
                <a:solidFill>
                  <a:schemeClr val="tx1"/>
                </a:solidFill>
                <a:latin typeface="Segoe UI" panose="020B0502040204020203" pitchFamily="34" charset="0"/>
              </a:defRPr>
            </a:lvl7pPr>
            <a:lvl8pPr marL="3429000" indent="-228600" fontAlgn="base">
              <a:spcBef>
                <a:spcPct val="0"/>
              </a:spcBef>
              <a:spcAft>
                <a:spcPct val="0"/>
              </a:spcAft>
              <a:defRPr>
                <a:solidFill>
                  <a:schemeClr val="tx1"/>
                </a:solidFill>
                <a:latin typeface="Segoe UI" panose="020B0502040204020203" pitchFamily="34" charset="0"/>
              </a:defRPr>
            </a:lvl8pPr>
            <a:lvl9pPr marL="3886200" indent="-228600" fontAlgn="base">
              <a:spcBef>
                <a:spcPct val="0"/>
              </a:spcBef>
              <a:spcAft>
                <a:spcPct val="0"/>
              </a:spcAft>
              <a:defRPr>
                <a:solidFill>
                  <a:schemeClr val="tx1"/>
                </a:solidFill>
                <a:latin typeface="Segoe UI" panose="020B0502040204020203" pitchFamily="34" charset="0"/>
              </a:defRPr>
            </a:lvl9pPr>
          </a:lstStyle>
          <a:p>
            <a:pPr fontAlgn="base">
              <a:spcBef>
                <a:spcPct val="0"/>
              </a:spcBef>
              <a:spcAft>
                <a:spcPct val="0"/>
              </a:spcAft>
            </a:pPr>
            <a:fld id="{863A3005-BAD8-466F-9265-6B27E52ACC9A}" type="slidenum">
              <a:rPr lang="fr-FR" altLang="fr-FR">
                <a:latin typeface="Calibri" panose="020F0502020204030204" pitchFamily="34" charset="0"/>
              </a:rPr>
              <a:pPr fontAlgn="base">
                <a:spcBef>
                  <a:spcPct val="0"/>
                </a:spcBef>
                <a:spcAft>
                  <a:spcPct val="0"/>
                </a:spcAft>
              </a:pPr>
              <a:t>14</a:t>
            </a:fld>
            <a:endParaRPr lang="fr-FR" altLang="fr-FR">
              <a:latin typeface="Calibri" panose="020F0502020204030204" pitchFamily="34" charset="0"/>
            </a:endParaRPr>
          </a:p>
        </p:txBody>
      </p:sp>
    </p:spTree>
    <p:extLst>
      <p:ext uri="{BB962C8B-B14F-4D97-AF65-F5344CB8AC3E}">
        <p14:creationId xmlns:p14="http://schemas.microsoft.com/office/powerpoint/2010/main" val="2784812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10"/>
          </p:nvPr>
        </p:nvSpPr>
        <p:spPr/>
        <p:txBody>
          <a:bodyPr/>
          <a:lstStyle/>
          <a:p>
            <a:fld id="{314662B6-ED09-4FD1-BE45-6183696F765A}" type="slidenum">
              <a:rPr lang="fr-FR" smtClean="0"/>
              <a:t>20</a:t>
            </a:fld>
            <a:endParaRPr lang="fr-FR"/>
          </a:p>
        </p:txBody>
      </p:sp>
    </p:spTree>
    <p:extLst>
      <p:ext uri="{BB962C8B-B14F-4D97-AF65-F5344CB8AC3E}">
        <p14:creationId xmlns:p14="http://schemas.microsoft.com/office/powerpoint/2010/main" val="15054625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lide Titre">
    <p:bg>
      <p:bgPr>
        <a:solidFill>
          <a:schemeClr val="bg1">
            <a:alpha val="94000"/>
          </a:schemeClr>
        </a:solidFill>
        <a:effectLst/>
      </p:bgPr>
    </p:bg>
    <p:spTree>
      <p:nvGrpSpPr>
        <p:cNvPr id="1" name=""/>
        <p:cNvGrpSpPr/>
        <p:nvPr/>
      </p:nvGrpSpPr>
      <p:grpSpPr>
        <a:xfrm>
          <a:off x="0" y="0"/>
          <a:ext cx="0" cy="0"/>
          <a:chOff x="0" y="0"/>
          <a:chExt cx="0" cy="0"/>
        </a:xfrm>
      </p:grpSpPr>
      <p:pic>
        <p:nvPicPr>
          <p:cNvPr id="7" name="Image 6"/>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314325" y="0"/>
            <a:ext cx="3435350" cy="6858000"/>
          </a:xfrm>
          <a:prstGeom prst="rect">
            <a:avLst/>
          </a:prstGeom>
        </p:spPr>
      </p:pic>
      <p:sp>
        <p:nvSpPr>
          <p:cNvPr id="10" name="Titre 1"/>
          <p:cNvSpPr>
            <a:spLocks noGrp="1"/>
          </p:cNvSpPr>
          <p:nvPr>
            <p:ph type="title"/>
          </p:nvPr>
        </p:nvSpPr>
        <p:spPr>
          <a:xfrm>
            <a:off x="4265980" y="3491678"/>
            <a:ext cx="6731926" cy="865186"/>
          </a:xfrm>
        </p:spPr>
        <p:txBody>
          <a:bodyPr/>
          <a:lstStyle>
            <a:lvl1pPr>
              <a:defRPr sz="3600">
                <a:solidFill>
                  <a:srgbClr val="002060"/>
                </a:solidFill>
                <a:latin typeface="Franklin Gothic Book" panose="020B0503020102020204" pitchFamily="34" charset="0"/>
              </a:defRPr>
            </a:lvl1pPr>
          </a:lstStyle>
          <a:p>
            <a:r>
              <a:rPr lang="fr-FR"/>
              <a:t>Modifiez le style du titre</a:t>
            </a:r>
          </a:p>
        </p:txBody>
      </p:sp>
      <p:sp>
        <p:nvSpPr>
          <p:cNvPr id="11" name="Textplatzhalter 25"/>
          <p:cNvSpPr>
            <a:spLocks noGrp="1"/>
          </p:cNvSpPr>
          <p:nvPr>
            <p:ph type="body" sz="quarter" idx="15" hasCustomPrompt="1"/>
          </p:nvPr>
        </p:nvSpPr>
        <p:spPr bwMode="gray">
          <a:xfrm>
            <a:off x="4267200" y="4517493"/>
            <a:ext cx="6731926" cy="833150"/>
          </a:xfrm>
        </p:spPr>
        <p:txBody>
          <a:bodyPr wrap="square">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02060"/>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noProof="0"/>
              <a:t>Insérer un niveau de sous-titre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fr-FR" noProof="0"/>
          </a:p>
        </p:txBody>
      </p:sp>
      <p:cxnSp>
        <p:nvCxnSpPr>
          <p:cNvPr id="16" name="Connecteur droit 15"/>
          <p:cNvCxnSpPr/>
          <p:nvPr userDrawn="1"/>
        </p:nvCxnSpPr>
        <p:spPr>
          <a:xfrm>
            <a:off x="4314825" y="4495270"/>
            <a:ext cx="6683081"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Image 3"/>
          <p:cNvPicPr>
            <a:picLocks noChangeAspect="1"/>
          </p:cNvPicPr>
          <p:nvPr userDrawn="1"/>
        </p:nvPicPr>
        <p:blipFill rotWithShape="1">
          <a:blip r:embed="rId3" cstate="email">
            <a:extLst>
              <a:ext uri="{28A0092B-C50C-407E-A947-70E740481C1C}">
                <a14:useLocalDpi xmlns:a14="http://schemas.microsoft.com/office/drawing/2010/main" val="0"/>
              </a:ext>
            </a:extLst>
          </a:blip>
          <a:srcRect l="48957" t="14115" r="10010" b="12185"/>
          <a:stretch/>
        </p:blipFill>
        <p:spPr>
          <a:xfrm>
            <a:off x="5526890" y="130652"/>
            <a:ext cx="6658484" cy="6727348"/>
          </a:xfrm>
          <a:prstGeom prst="rect">
            <a:avLst/>
          </a:prstGeom>
        </p:spPr>
      </p:pic>
    </p:spTree>
    <p:extLst>
      <p:ext uri="{BB962C8B-B14F-4D97-AF65-F5344CB8AC3E}">
        <p14:creationId xmlns:p14="http://schemas.microsoft.com/office/powerpoint/2010/main" val="3801238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Page de Titre-1">
    <p:spTree>
      <p:nvGrpSpPr>
        <p:cNvPr id="1" name=""/>
        <p:cNvGrpSpPr/>
        <p:nvPr/>
      </p:nvGrpSpPr>
      <p:grpSpPr>
        <a:xfrm>
          <a:off x="0" y="0"/>
          <a:ext cx="0" cy="0"/>
          <a:chOff x="0" y="0"/>
          <a:chExt cx="0" cy="0"/>
        </a:xfrm>
      </p:grpSpPr>
      <p:pic>
        <p:nvPicPr>
          <p:cNvPr id="3" name="Image 2"/>
          <p:cNvPicPr>
            <a:picLocks noChangeAspect="1"/>
          </p:cNvPicPr>
          <p:nvPr userDrawn="1"/>
        </p:nvPicPr>
        <p:blipFill rotWithShape="1">
          <a:blip r:embed="rId2" cstate="email">
            <a:extLst>
              <a:ext uri="{28A0092B-C50C-407E-A947-70E740481C1C}">
                <a14:useLocalDpi xmlns:a14="http://schemas.microsoft.com/office/drawing/2010/main" val="0"/>
              </a:ext>
            </a:extLst>
          </a:blip>
          <a:srcRect l="38005" b="25811"/>
          <a:stretch/>
        </p:blipFill>
        <p:spPr>
          <a:xfrm>
            <a:off x="0" y="467617"/>
            <a:ext cx="9493245" cy="6390383"/>
          </a:xfrm>
          <a:prstGeom prst="rect">
            <a:avLst/>
          </a:prstGeom>
        </p:spPr>
      </p:pic>
      <p:sp>
        <p:nvSpPr>
          <p:cNvPr id="8" name="Titre 1"/>
          <p:cNvSpPr>
            <a:spLocks noGrp="1"/>
          </p:cNvSpPr>
          <p:nvPr>
            <p:ph type="title"/>
          </p:nvPr>
        </p:nvSpPr>
        <p:spPr>
          <a:xfrm>
            <a:off x="819795" y="3909218"/>
            <a:ext cx="6716792" cy="865186"/>
          </a:xfrm>
        </p:spPr>
        <p:txBody>
          <a:bodyPr/>
          <a:lstStyle>
            <a:lvl1pPr>
              <a:defRPr sz="4800">
                <a:solidFill>
                  <a:schemeClr val="tx1"/>
                </a:solidFill>
                <a:latin typeface="+mj-lt"/>
              </a:defRPr>
            </a:lvl1pPr>
          </a:lstStyle>
          <a:p>
            <a:r>
              <a:rPr lang="fr-FR"/>
              <a:t>Modifiez le style du titre</a:t>
            </a:r>
          </a:p>
        </p:txBody>
      </p:sp>
      <p:sp>
        <p:nvSpPr>
          <p:cNvPr id="12"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13"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sp>
        <p:nvSpPr>
          <p:cNvPr id="14" name="Espace réservé du texte 4"/>
          <p:cNvSpPr>
            <a:spLocks noGrp="1"/>
          </p:cNvSpPr>
          <p:nvPr>
            <p:ph type="body" sz="quarter" idx="10"/>
          </p:nvPr>
        </p:nvSpPr>
        <p:spPr>
          <a:xfrm>
            <a:off x="819795" y="4774405"/>
            <a:ext cx="6716792" cy="1128170"/>
          </a:xfrm>
        </p:spPr>
        <p:txBody>
          <a:bodyPr/>
          <a:lstStyle>
            <a:lvl1pPr marL="0" indent="0">
              <a:buNone/>
              <a:defRPr sz="2800">
                <a:solidFill>
                  <a:srgbClr val="002060"/>
                </a:solidFill>
                <a:latin typeface="+mn-lt"/>
              </a:defRPr>
            </a:lvl1pPr>
            <a:lvl2pPr marL="269875" indent="0">
              <a:buNone/>
              <a:defRPr sz="2000">
                <a:solidFill>
                  <a:schemeClr val="bg1"/>
                </a:solidFill>
                <a:latin typeface="+mn-lt"/>
              </a:defRPr>
            </a:lvl2pPr>
            <a:lvl3pPr>
              <a:defRPr sz="1800">
                <a:solidFill>
                  <a:schemeClr val="bg1"/>
                </a:solidFill>
                <a:latin typeface="+mn-lt"/>
              </a:defRPr>
            </a:lvl3pPr>
            <a:lvl4pPr>
              <a:defRPr sz="1800">
                <a:solidFill>
                  <a:schemeClr val="bg1"/>
                </a:solidFill>
                <a:latin typeface="+mn-lt"/>
              </a:defRPr>
            </a:lvl4pPr>
            <a:lvl5pPr>
              <a:defRPr>
                <a:solidFill>
                  <a:schemeClr val="bg1"/>
                </a:solidFill>
              </a:defRPr>
            </a:lvl5pPr>
          </a:lstStyle>
          <a:p>
            <a:pPr lvl="0"/>
            <a:r>
              <a:rPr lang="fr-FR"/>
              <a:t>Modifier les styles du texte du masque</a:t>
            </a:r>
          </a:p>
        </p:txBody>
      </p:sp>
      <p:cxnSp>
        <p:nvCxnSpPr>
          <p:cNvPr id="9" name="Connecteur droit 8"/>
          <p:cNvCxnSpPr/>
          <p:nvPr userDrawn="1"/>
        </p:nvCxnSpPr>
        <p:spPr>
          <a:xfrm>
            <a:off x="946692" y="4774405"/>
            <a:ext cx="673045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6" name="Image 5"/>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0681817" y="0"/>
            <a:ext cx="889000" cy="6858000"/>
          </a:xfrm>
          <a:prstGeom prst="rect">
            <a:avLst/>
          </a:prstGeom>
        </p:spPr>
      </p:pic>
      <p:cxnSp>
        <p:nvCxnSpPr>
          <p:cNvPr id="11" name="Connecteur droit 10"/>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8183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Page de Titre-2">
    <p:spTree>
      <p:nvGrpSpPr>
        <p:cNvPr id="1" name=""/>
        <p:cNvGrpSpPr/>
        <p:nvPr/>
      </p:nvGrpSpPr>
      <p:grpSpPr>
        <a:xfrm>
          <a:off x="0" y="0"/>
          <a:ext cx="0" cy="0"/>
          <a:chOff x="0" y="0"/>
          <a:chExt cx="0" cy="0"/>
        </a:xfrm>
      </p:grpSpPr>
      <p:pic>
        <p:nvPicPr>
          <p:cNvPr id="7" name="Image 6"/>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8" name="Titre 1"/>
          <p:cNvSpPr>
            <a:spLocks noGrp="1"/>
          </p:cNvSpPr>
          <p:nvPr>
            <p:ph type="title"/>
          </p:nvPr>
        </p:nvSpPr>
        <p:spPr>
          <a:xfrm>
            <a:off x="819795" y="3909218"/>
            <a:ext cx="6716792" cy="865186"/>
          </a:xfrm>
        </p:spPr>
        <p:txBody>
          <a:bodyPr/>
          <a:lstStyle>
            <a:lvl1pPr>
              <a:defRPr sz="4800">
                <a:solidFill>
                  <a:schemeClr val="tx1"/>
                </a:solidFill>
                <a:latin typeface="+mj-lt"/>
              </a:defRPr>
            </a:lvl1pPr>
          </a:lstStyle>
          <a:p>
            <a:r>
              <a:rPr lang="fr-FR"/>
              <a:t>Modifiez le style du titre</a:t>
            </a:r>
          </a:p>
        </p:txBody>
      </p:sp>
      <p:sp>
        <p:nvSpPr>
          <p:cNvPr id="14" name="Espace réservé du texte 4"/>
          <p:cNvSpPr>
            <a:spLocks noGrp="1"/>
          </p:cNvSpPr>
          <p:nvPr>
            <p:ph type="body" sz="quarter" idx="10"/>
          </p:nvPr>
        </p:nvSpPr>
        <p:spPr>
          <a:xfrm>
            <a:off x="819795" y="4774405"/>
            <a:ext cx="6716792" cy="1128170"/>
          </a:xfrm>
        </p:spPr>
        <p:txBody>
          <a:bodyPr/>
          <a:lstStyle>
            <a:lvl1pPr marL="0" indent="0">
              <a:buNone/>
              <a:defRPr sz="2800">
                <a:solidFill>
                  <a:srgbClr val="002060"/>
                </a:solidFill>
                <a:latin typeface="+mn-lt"/>
              </a:defRPr>
            </a:lvl1pPr>
            <a:lvl2pPr marL="269875" indent="0">
              <a:buNone/>
              <a:defRPr sz="2000">
                <a:solidFill>
                  <a:schemeClr val="bg1"/>
                </a:solidFill>
                <a:latin typeface="+mn-lt"/>
              </a:defRPr>
            </a:lvl2pPr>
            <a:lvl3pPr>
              <a:defRPr sz="1800">
                <a:solidFill>
                  <a:schemeClr val="bg1"/>
                </a:solidFill>
                <a:latin typeface="+mn-lt"/>
              </a:defRPr>
            </a:lvl3pPr>
            <a:lvl4pPr>
              <a:defRPr sz="1800">
                <a:solidFill>
                  <a:schemeClr val="bg1"/>
                </a:solidFill>
                <a:latin typeface="+mn-lt"/>
              </a:defRPr>
            </a:lvl4pPr>
            <a:lvl5pPr>
              <a:defRPr>
                <a:solidFill>
                  <a:schemeClr val="bg1"/>
                </a:solidFill>
              </a:defRPr>
            </a:lvl5pPr>
          </a:lstStyle>
          <a:p>
            <a:pPr lvl="0"/>
            <a:r>
              <a:rPr lang="fr-FR"/>
              <a:t>Modifier les styles du texte du masque</a:t>
            </a:r>
          </a:p>
        </p:txBody>
      </p:sp>
      <p:cxnSp>
        <p:nvCxnSpPr>
          <p:cNvPr id="9" name="Connecteur droit 8"/>
          <p:cNvCxnSpPr/>
          <p:nvPr userDrawn="1"/>
        </p:nvCxnSpPr>
        <p:spPr>
          <a:xfrm>
            <a:off x="946692" y="4774405"/>
            <a:ext cx="673045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6" name="Image 5"/>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0681817" y="0"/>
            <a:ext cx="889000" cy="6858000"/>
          </a:xfrm>
          <a:prstGeom prst="rect">
            <a:avLst/>
          </a:prstGeom>
        </p:spPr>
      </p:pic>
      <p:sp>
        <p:nvSpPr>
          <p:cNvPr id="16"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17"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18" name="Connecteur droit 17"/>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9401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Page de Titre-3">
    <p:spTree>
      <p:nvGrpSpPr>
        <p:cNvPr id="1" name=""/>
        <p:cNvGrpSpPr/>
        <p:nvPr/>
      </p:nvGrpSpPr>
      <p:grpSpPr>
        <a:xfrm>
          <a:off x="0" y="0"/>
          <a:ext cx="0" cy="0"/>
          <a:chOff x="0" y="0"/>
          <a:chExt cx="0" cy="0"/>
        </a:xfrm>
      </p:grpSpPr>
      <p:pic>
        <p:nvPicPr>
          <p:cNvPr id="2" name="Image 1"/>
          <p:cNvPicPr>
            <a:picLocks noChangeAspect="1"/>
          </p:cNvPicPr>
          <p:nvPr userDrawn="1"/>
        </p:nvPicPr>
        <p:blipFill rotWithShape="1">
          <a:blip r:embed="rId2" cstate="email">
            <a:extLst>
              <a:ext uri="{28A0092B-C50C-407E-A947-70E740481C1C}">
                <a14:useLocalDpi xmlns:a14="http://schemas.microsoft.com/office/drawing/2010/main" val="0"/>
              </a:ext>
            </a:extLst>
          </a:blip>
          <a:srcRect l="8484" t="3829" b="13779"/>
          <a:stretch/>
        </p:blipFill>
        <p:spPr>
          <a:xfrm>
            <a:off x="-9525" y="0"/>
            <a:ext cx="9775694" cy="6858000"/>
          </a:xfrm>
          <a:prstGeom prst="rect">
            <a:avLst/>
          </a:prstGeom>
        </p:spPr>
      </p:pic>
      <p:sp>
        <p:nvSpPr>
          <p:cNvPr id="8" name="Titre 1"/>
          <p:cNvSpPr>
            <a:spLocks noGrp="1"/>
          </p:cNvSpPr>
          <p:nvPr>
            <p:ph type="title"/>
          </p:nvPr>
        </p:nvSpPr>
        <p:spPr>
          <a:xfrm>
            <a:off x="819795" y="3909218"/>
            <a:ext cx="6716792" cy="865186"/>
          </a:xfrm>
        </p:spPr>
        <p:txBody>
          <a:bodyPr/>
          <a:lstStyle>
            <a:lvl1pPr>
              <a:defRPr sz="4800">
                <a:solidFill>
                  <a:srgbClr val="003057"/>
                </a:solidFill>
                <a:latin typeface="+mj-lt"/>
              </a:defRPr>
            </a:lvl1pPr>
          </a:lstStyle>
          <a:p>
            <a:r>
              <a:rPr lang="fr-FR"/>
              <a:t>Modifiez le style du titre</a:t>
            </a:r>
          </a:p>
        </p:txBody>
      </p:sp>
      <p:sp>
        <p:nvSpPr>
          <p:cNvPr id="14" name="Espace réservé du texte 4"/>
          <p:cNvSpPr>
            <a:spLocks noGrp="1"/>
          </p:cNvSpPr>
          <p:nvPr>
            <p:ph type="body" sz="quarter" idx="10"/>
          </p:nvPr>
        </p:nvSpPr>
        <p:spPr>
          <a:xfrm>
            <a:off x="819795" y="4774405"/>
            <a:ext cx="6716792" cy="1128170"/>
          </a:xfrm>
        </p:spPr>
        <p:txBody>
          <a:bodyPr/>
          <a:lstStyle>
            <a:lvl1pPr marL="0" indent="0">
              <a:buNone/>
              <a:defRPr sz="2800">
                <a:solidFill>
                  <a:srgbClr val="002060"/>
                </a:solidFill>
                <a:latin typeface="+mn-lt"/>
              </a:defRPr>
            </a:lvl1pPr>
            <a:lvl2pPr marL="269875" indent="0">
              <a:buNone/>
              <a:defRPr sz="2000">
                <a:solidFill>
                  <a:schemeClr val="bg1"/>
                </a:solidFill>
                <a:latin typeface="+mn-lt"/>
              </a:defRPr>
            </a:lvl2pPr>
            <a:lvl3pPr>
              <a:defRPr sz="1800">
                <a:solidFill>
                  <a:schemeClr val="bg1"/>
                </a:solidFill>
                <a:latin typeface="+mn-lt"/>
              </a:defRPr>
            </a:lvl3pPr>
            <a:lvl4pPr>
              <a:defRPr sz="1800">
                <a:solidFill>
                  <a:schemeClr val="bg1"/>
                </a:solidFill>
                <a:latin typeface="+mn-lt"/>
              </a:defRPr>
            </a:lvl4pPr>
            <a:lvl5pPr>
              <a:defRPr>
                <a:solidFill>
                  <a:schemeClr val="bg1"/>
                </a:solidFill>
              </a:defRPr>
            </a:lvl5pPr>
          </a:lstStyle>
          <a:p>
            <a:pPr lvl="0"/>
            <a:r>
              <a:rPr lang="fr-FR"/>
              <a:t>Modifier les styles du texte du masque</a:t>
            </a:r>
          </a:p>
        </p:txBody>
      </p:sp>
      <p:cxnSp>
        <p:nvCxnSpPr>
          <p:cNvPr id="9" name="Connecteur droit 8"/>
          <p:cNvCxnSpPr/>
          <p:nvPr userDrawn="1"/>
        </p:nvCxnSpPr>
        <p:spPr>
          <a:xfrm>
            <a:off x="946692" y="4774405"/>
            <a:ext cx="673045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6" name="Image 5"/>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0681817" y="0"/>
            <a:ext cx="889000" cy="6858000"/>
          </a:xfrm>
          <a:prstGeom prst="rect">
            <a:avLst/>
          </a:prstGeom>
        </p:spPr>
      </p:pic>
      <p:sp>
        <p:nvSpPr>
          <p:cNvPr id="16"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17"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18" name="Connecteur droit 17"/>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0074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Page de Titre-3">
    <p:spTree>
      <p:nvGrpSpPr>
        <p:cNvPr id="1" name=""/>
        <p:cNvGrpSpPr/>
        <p:nvPr/>
      </p:nvGrpSpPr>
      <p:grpSpPr>
        <a:xfrm>
          <a:off x="0" y="0"/>
          <a:ext cx="0" cy="0"/>
          <a:chOff x="0" y="0"/>
          <a:chExt cx="0" cy="0"/>
        </a:xfrm>
      </p:grpSpPr>
      <p:pic>
        <p:nvPicPr>
          <p:cNvPr id="2" name="Image 1"/>
          <p:cNvPicPr>
            <a:picLocks noChangeAspect="1"/>
          </p:cNvPicPr>
          <p:nvPr userDrawn="1"/>
        </p:nvPicPr>
        <p:blipFill rotWithShape="1">
          <a:blip r:embed="rId2" cstate="email">
            <a:extLst>
              <a:ext uri="{28A0092B-C50C-407E-A947-70E740481C1C}">
                <a14:useLocalDpi xmlns:a14="http://schemas.microsoft.com/office/drawing/2010/main" val="0"/>
              </a:ext>
            </a:extLst>
          </a:blip>
          <a:srcRect l="8656" t="799" r="79" b="2577"/>
          <a:stretch/>
        </p:blipFill>
        <p:spPr>
          <a:xfrm>
            <a:off x="-7088" y="0"/>
            <a:ext cx="8312758" cy="6858000"/>
          </a:xfrm>
          <a:prstGeom prst="rect">
            <a:avLst/>
          </a:prstGeom>
        </p:spPr>
      </p:pic>
      <p:sp>
        <p:nvSpPr>
          <p:cNvPr id="16"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17"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18" name="Connecteur droit 17"/>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Image 12"/>
          <p:cNvPicPr>
            <a:picLocks noChangeAspect="1"/>
          </p:cNvPicPr>
          <p:nvPr userDrawn="1"/>
        </p:nvPicPr>
        <p:blipFill rotWithShape="1">
          <a:blip r:embed="rId3" cstate="email">
            <a:extLst>
              <a:ext uri="{28A0092B-C50C-407E-A947-70E740481C1C}">
                <a14:useLocalDpi xmlns:a14="http://schemas.microsoft.com/office/drawing/2010/main" val="0"/>
              </a:ext>
            </a:extLst>
          </a:blip>
          <a:srcRect r="48442"/>
          <a:stretch/>
        </p:blipFill>
        <p:spPr>
          <a:xfrm>
            <a:off x="8034984" y="0"/>
            <a:ext cx="3535833" cy="6858000"/>
          </a:xfrm>
          <a:prstGeom prst="rect">
            <a:avLst/>
          </a:prstGeom>
        </p:spPr>
      </p:pic>
    </p:spTree>
    <p:extLst>
      <p:ext uri="{BB962C8B-B14F-4D97-AF65-F5344CB8AC3E}">
        <p14:creationId xmlns:p14="http://schemas.microsoft.com/office/powerpoint/2010/main" val="2169158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exte simple générique">
    <p:spTree>
      <p:nvGrpSpPr>
        <p:cNvPr id="1" name=""/>
        <p:cNvGrpSpPr/>
        <p:nvPr/>
      </p:nvGrpSpPr>
      <p:grpSpPr>
        <a:xfrm>
          <a:off x="0" y="0"/>
          <a:ext cx="0" cy="0"/>
          <a:chOff x="0" y="0"/>
          <a:chExt cx="0" cy="0"/>
        </a:xfrm>
      </p:grpSpPr>
      <p:sp>
        <p:nvSpPr>
          <p:cNvPr id="2" name="Titre 1"/>
          <p:cNvSpPr>
            <a:spLocks noGrp="1"/>
          </p:cNvSpPr>
          <p:nvPr>
            <p:ph type="title"/>
          </p:nvPr>
        </p:nvSpPr>
        <p:spPr>
          <a:xfrm>
            <a:off x="511910" y="187550"/>
            <a:ext cx="11153041" cy="865186"/>
          </a:xfrm>
        </p:spPr>
        <p:txBody>
          <a:bodyPr/>
          <a:lstStyle>
            <a:lvl1pPr>
              <a:defRPr sz="2800">
                <a:solidFill>
                  <a:schemeClr val="tx1"/>
                </a:solidFill>
                <a:latin typeface="Franklin Gothic Book" panose="020B0503020102020204" pitchFamily="34" charset="0"/>
              </a:defRPr>
            </a:lvl1pPr>
          </a:lstStyle>
          <a:p>
            <a:r>
              <a:rPr lang="fr-FR"/>
              <a:t>Modifiez le style du titre</a:t>
            </a:r>
          </a:p>
        </p:txBody>
      </p:sp>
      <p:cxnSp>
        <p:nvCxnSpPr>
          <p:cNvPr id="7" name="Connecteur droit 6"/>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6" name="Espace réservé du texte 5"/>
          <p:cNvSpPr>
            <a:spLocks noGrp="1"/>
          </p:cNvSpPr>
          <p:nvPr>
            <p:ph type="body" sz="quarter" idx="14"/>
          </p:nvPr>
        </p:nvSpPr>
        <p:spPr>
          <a:xfrm>
            <a:off x="527382" y="1568450"/>
            <a:ext cx="11137237" cy="4467225"/>
          </a:xfrm>
        </p:spPr>
        <p:txBody>
          <a:bodyPr/>
          <a:lstStyle>
            <a:lvl1pPr marL="285750" indent="-285750">
              <a:lnSpc>
                <a:spcPct val="110000"/>
              </a:lnSpc>
              <a:spcBef>
                <a:spcPts val="0"/>
              </a:spcBef>
              <a:spcAft>
                <a:spcPts val="600"/>
              </a:spcAft>
              <a:buFont typeface="Arial" panose="020B0604020202020204" pitchFamily="34" charset="0"/>
              <a:buChar char="•"/>
              <a:defRPr sz="1800">
                <a:solidFill>
                  <a:schemeClr val="tx1"/>
                </a:solidFill>
              </a:defRPr>
            </a:lvl1pPr>
            <a:lvl2pPr>
              <a:lnSpc>
                <a:spcPct val="110000"/>
              </a:lnSpc>
              <a:spcBef>
                <a:spcPts val="0"/>
              </a:spcBef>
              <a:spcAft>
                <a:spcPts val="600"/>
              </a:spcAft>
              <a:defRPr sz="1600">
                <a:solidFill>
                  <a:schemeClr val="tx1"/>
                </a:solidFill>
              </a:defRPr>
            </a:lvl2pPr>
            <a:lvl3pPr>
              <a:lnSpc>
                <a:spcPct val="110000"/>
              </a:lnSpc>
              <a:spcBef>
                <a:spcPts val="0"/>
              </a:spcBef>
              <a:spcAft>
                <a:spcPts val="600"/>
              </a:spcAft>
              <a:defRPr sz="1400">
                <a:solidFill>
                  <a:schemeClr val="tx1"/>
                </a:solidFill>
              </a:defRPr>
            </a:lvl3pPr>
            <a:lvl4pPr marL="1165225" indent="-285750">
              <a:lnSpc>
                <a:spcPct val="110000"/>
              </a:lnSpc>
              <a:spcBef>
                <a:spcPts val="0"/>
              </a:spcBef>
              <a:spcAft>
                <a:spcPts val="600"/>
              </a:spcAft>
              <a:buFont typeface="Segoe UI" panose="020B0502040204020203" pitchFamily="34" charset="0"/>
              <a:buChar char="‑"/>
              <a:defRPr sz="1400">
                <a:solidFill>
                  <a:schemeClr val="tx1"/>
                </a:solidFill>
              </a:defRPr>
            </a:lvl4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14"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15"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16" name="Connecteur droit 15"/>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Image 9"/>
          <p:cNvPicPr>
            <a:picLocks noChangeAspect="1"/>
          </p:cNvPicPr>
          <p:nvPr userDrawn="1"/>
        </p:nvPicPr>
        <p:blipFill rotWithShape="1">
          <a:blip r:embed="rId2" cstate="email">
            <a:extLst>
              <a:ext uri="{28A0092B-C50C-407E-A947-70E740481C1C}">
                <a14:useLocalDpi xmlns:a14="http://schemas.microsoft.com/office/drawing/2010/main" val="0"/>
              </a:ext>
            </a:extLst>
          </a:blip>
          <a:srcRect l="48957" t="14114" r="10010" b="17657"/>
          <a:stretch/>
        </p:blipFill>
        <p:spPr>
          <a:xfrm>
            <a:off x="5533516" y="620143"/>
            <a:ext cx="6658484" cy="6227918"/>
          </a:xfrm>
          <a:prstGeom prst="rect">
            <a:avLst/>
          </a:prstGeom>
        </p:spPr>
      </p:pic>
    </p:spTree>
    <p:extLst>
      <p:ext uri="{BB962C8B-B14F-4D97-AF65-F5344CB8AC3E}">
        <p14:creationId xmlns:p14="http://schemas.microsoft.com/office/powerpoint/2010/main" val="4082677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exte simple générique">
    <p:spTree>
      <p:nvGrpSpPr>
        <p:cNvPr id="1" name=""/>
        <p:cNvGrpSpPr/>
        <p:nvPr/>
      </p:nvGrpSpPr>
      <p:grpSpPr>
        <a:xfrm>
          <a:off x="0" y="0"/>
          <a:ext cx="0" cy="0"/>
          <a:chOff x="0" y="0"/>
          <a:chExt cx="0" cy="0"/>
        </a:xfrm>
      </p:grpSpPr>
      <p:sp>
        <p:nvSpPr>
          <p:cNvPr id="2" name="Titre 1"/>
          <p:cNvSpPr>
            <a:spLocks noGrp="1"/>
          </p:cNvSpPr>
          <p:nvPr>
            <p:ph type="title"/>
          </p:nvPr>
        </p:nvSpPr>
        <p:spPr>
          <a:xfrm>
            <a:off x="511910" y="187550"/>
            <a:ext cx="11153041" cy="865186"/>
          </a:xfrm>
        </p:spPr>
        <p:txBody>
          <a:bodyPr/>
          <a:lstStyle>
            <a:lvl1pPr>
              <a:defRPr sz="2800">
                <a:solidFill>
                  <a:schemeClr val="tx1"/>
                </a:solidFill>
                <a:latin typeface="Franklin Gothic Book" panose="020B0503020102020204" pitchFamily="34" charset="0"/>
              </a:defRPr>
            </a:lvl1pPr>
          </a:lstStyle>
          <a:p>
            <a:r>
              <a:rPr lang="fr-FR"/>
              <a:t>Modifiez le style du titre</a:t>
            </a:r>
          </a:p>
        </p:txBody>
      </p:sp>
      <p:cxnSp>
        <p:nvCxnSpPr>
          <p:cNvPr id="7" name="Connecteur droit 6"/>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6" name="Espace réservé du texte 5"/>
          <p:cNvSpPr>
            <a:spLocks noGrp="1"/>
          </p:cNvSpPr>
          <p:nvPr>
            <p:ph type="body" sz="quarter" idx="14"/>
          </p:nvPr>
        </p:nvSpPr>
        <p:spPr>
          <a:xfrm>
            <a:off x="527382" y="1568450"/>
            <a:ext cx="11137237" cy="4467225"/>
          </a:xfrm>
        </p:spPr>
        <p:txBody>
          <a:bodyPr/>
          <a:lstStyle>
            <a:lvl1pPr marL="285750" indent="-285750">
              <a:lnSpc>
                <a:spcPct val="110000"/>
              </a:lnSpc>
              <a:spcBef>
                <a:spcPts val="0"/>
              </a:spcBef>
              <a:spcAft>
                <a:spcPts val="600"/>
              </a:spcAft>
              <a:buFont typeface="Arial" panose="020B0604020202020204" pitchFamily="34" charset="0"/>
              <a:buChar char="•"/>
              <a:defRPr sz="1800">
                <a:solidFill>
                  <a:schemeClr val="tx1"/>
                </a:solidFill>
              </a:defRPr>
            </a:lvl1pPr>
            <a:lvl2pPr>
              <a:lnSpc>
                <a:spcPct val="110000"/>
              </a:lnSpc>
              <a:spcBef>
                <a:spcPts val="0"/>
              </a:spcBef>
              <a:spcAft>
                <a:spcPts val="600"/>
              </a:spcAft>
              <a:defRPr sz="1600">
                <a:solidFill>
                  <a:schemeClr val="tx1"/>
                </a:solidFill>
              </a:defRPr>
            </a:lvl2pPr>
            <a:lvl3pPr>
              <a:lnSpc>
                <a:spcPct val="110000"/>
              </a:lnSpc>
              <a:spcBef>
                <a:spcPts val="0"/>
              </a:spcBef>
              <a:spcAft>
                <a:spcPts val="600"/>
              </a:spcAft>
              <a:defRPr sz="1400">
                <a:solidFill>
                  <a:schemeClr val="tx1"/>
                </a:solidFill>
              </a:defRPr>
            </a:lvl3pPr>
            <a:lvl4pPr marL="1165225" indent="-285750">
              <a:lnSpc>
                <a:spcPct val="110000"/>
              </a:lnSpc>
              <a:spcBef>
                <a:spcPts val="0"/>
              </a:spcBef>
              <a:spcAft>
                <a:spcPts val="600"/>
              </a:spcAft>
              <a:buFont typeface="Segoe UI" panose="020B0502040204020203" pitchFamily="34" charset="0"/>
              <a:buChar char="‑"/>
              <a:defRPr sz="1400">
                <a:solidFill>
                  <a:schemeClr val="tx1"/>
                </a:solidFill>
              </a:defRPr>
            </a:lvl4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14"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15"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16" name="Connecteur droit 15"/>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6817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pic>
        <p:nvPicPr>
          <p:cNvPr id="26" name="Image 25"/>
          <p:cNvPicPr>
            <a:picLocks noChangeAspect="1"/>
          </p:cNvPicPr>
          <p:nvPr userDrawn="1"/>
        </p:nvPicPr>
        <p:blipFill rotWithShape="1">
          <a:blip r:embed="rId2" cstate="email">
            <a:extLst>
              <a:ext uri="{28A0092B-C50C-407E-A947-70E740481C1C}">
                <a14:useLocalDpi xmlns:a14="http://schemas.microsoft.com/office/drawing/2010/main" val="0"/>
              </a:ext>
            </a:extLst>
          </a:blip>
          <a:srcRect r="48314" b="36992"/>
          <a:stretch/>
        </p:blipFill>
        <p:spPr>
          <a:xfrm>
            <a:off x="4108285" y="1314847"/>
            <a:ext cx="8083715" cy="5543153"/>
          </a:xfrm>
          <a:prstGeom prst="rect">
            <a:avLst/>
          </a:prstGeom>
        </p:spPr>
      </p:pic>
      <p:sp>
        <p:nvSpPr>
          <p:cNvPr id="45" name="Espace réservé du contenu 7"/>
          <p:cNvSpPr>
            <a:spLocks noGrp="1"/>
          </p:cNvSpPr>
          <p:nvPr>
            <p:ph sz="quarter" idx="27"/>
          </p:nvPr>
        </p:nvSpPr>
        <p:spPr>
          <a:xfrm>
            <a:off x="503302" y="4588944"/>
            <a:ext cx="787400" cy="569913"/>
          </a:xfrm>
        </p:spPr>
        <p:txBody>
          <a:bodyPr/>
          <a:lstStyle>
            <a:lvl1pPr marL="0" indent="0" algn="ctr">
              <a:buNone/>
              <a:defRPr sz="3600">
                <a:latin typeface="+mj-lt"/>
              </a:defRPr>
            </a:lvl1pPr>
            <a:lvl2pPr marL="269875" indent="0">
              <a:buNone/>
              <a:defRPr sz="5000">
                <a:latin typeface="+mj-lt"/>
              </a:defRPr>
            </a:lvl2pPr>
            <a:lvl3pPr marL="577850" indent="0">
              <a:buNone/>
              <a:defRPr sz="5000">
                <a:latin typeface="+mj-lt"/>
              </a:defRPr>
            </a:lvl3pPr>
            <a:lvl4pPr marL="739775" indent="0">
              <a:buFont typeface="Arial" panose="020B0604020202020204" pitchFamily="34" charset="0"/>
              <a:buNone/>
              <a:defRPr sz="5000">
                <a:latin typeface="+mj-lt"/>
              </a:defRPr>
            </a:lvl4pPr>
            <a:lvl5pPr marL="1828800" indent="0">
              <a:buFont typeface="Arial" panose="020B0604020202020204" pitchFamily="34" charset="0"/>
              <a:buNone/>
              <a:defRPr sz="5000">
                <a:latin typeface="+mj-lt"/>
              </a:defRPr>
            </a:lvl5pPr>
          </a:lstStyle>
          <a:p>
            <a:pPr lvl="0"/>
            <a:r>
              <a:rPr lang="fr-FR"/>
              <a:t>Modifier les styles du texte du masque</a:t>
            </a:r>
          </a:p>
        </p:txBody>
      </p:sp>
      <p:sp>
        <p:nvSpPr>
          <p:cNvPr id="44" name="Espace réservé du contenu 7"/>
          <p:cNvSpPr>
            <a:spLocks noGrp="1"/>
          </p:cNvSpPr>
          <p:nvPr>
            <p:ph sz="quarter" idx="26" hasCustomPrompt="1"/>
          </p:nvPr>
        </p:nvSpPr>
        <p:spPr>
          <a:xfrm>
            <a:off x="503302" y="3088900"/>
            <a:ext cx="787400" cy="569913"/>
          </a:xfrm>
        </p:spPr>
        <p:txBody>
          <a:bodyPr/>
          <a:lstStyle>
            <a:lvl1pPr marL="0" indent="0" algn="ctr">
              <a:buNone/>
              <a:defRPr sz="3600">
                <a:latin typeface="+mj-lt"/>
              </a:defRPr>
            </a:lvl1pPr>
            <a:lvl2pPr marL="269875" indent="0">
              <a:buNone/>
              <a:defRPr sz="5000">
                <a:latin typeface="+mj-lt"/>
              </a:defRPr>
            </a:lvl2pPr>
            <a:lvl3pPr marL="577850" indent="0">
              <a:buNone/>
              <a:defRPr sz="5000">
                <a:latin typeface="+mj-lt"/>
              </a:defRPr>
            </a:lvl3pPr>
            <a:lvl4pPr marL="739775" indent="0">
              <a:buFont typeface="Arial" panose="020B0604020202020204" pitchFamily="34" charset="0"/>
              <a:buNone/>
              <a:defRPr sz="5000">
                <a:latin typeface="+mj-lt"/>
              </a:defRPr>
            </a:lvl4pPr>
            <a:lvl5pPr marL="1828800" indent="0">
              <a:buFont typeface="Arial" panose="020B0604020202020204" pitchFamily="34" charset="0"/>
              <a:buNone/>
              <a:defRPr sz="5000">
                <a:latin typeface="+mj-lt"/>
              </a:defRPr>
            </a:lvl5pPr>
          </a:lstStyle>
          <a:p>
            <a:pPr lvl="0"/>
            <a:r>
              <a:rPr lang="fr-FR"/>
              <a:t>02</a:t>
            </a:r>
          </a:p>
        </p:txBody>
      </p:sp>
      <p:sp>
        <p:nvSpPr>
          <p:cNvPr id="2" name="Titre 1"/>
          <p:cNvSpPr>
            <a:spLocks noGrp="1"/>
          </p:cNvSpPr>
          <p:nvPr>
            <p:ph type="title" hasCustomPrompt="1"/>
          </p:nvPr>
        </p:nvSpPr>
        <p:spPr/>
        <p:txBody>
          <a:bodyPr/>
          <a:lstStyle>
            <a:lvl1pPr>
              <a:defRPr sz="2800">
                <a:solidFill>
                  <a:schemeClr val="tx1"/>
                </a:solidFill>
              </a:defRPr>
            </a:lvl1pPr>
          </a:lstStyle>
          <a:p>
            <a:r>
              <a:rPr lang="fr-FR"/>
              <a:t>Sommaire</a:t>
            </a:r>
          </a:p>
        </p:txBody>
      </p:sp>
      <p:sp>
        <p:nvSpPr>
          <p:cNvPr id="22" name="Espace réservé du texte 14"/>
          <p:cNvSpPr>
            <a:spLocks noGrp="1"/>
          </p:cNvSpPr>
          <p:nvPr>
            <p:ph type="body" sz="quarter" idx="13" hasCustomPrompt="1"/>
          </p:nvPr>
        </p:nvSpPr>
        <p:spPr>
          <a:xfrm>
            <a:off x="1705684" y="1528409"/>
            <a:ext cx="2536699" cy="709443"/>
          </a:xfrm>
        </p:spPr>
        <p:txBody>
          <a:bodyPr anchor="ctr"/>
          <a:lstStyle>
            <a:lvl1pPr marL="0" indent="0">
              <a:buFont typeface="Arial" panose="020B0604020202020204" pitchFamily="34" charset="0"/>
              <a:buNone/>
              <a:defRPr sz="1600">
                <a:solidFill>
                  <a:schemeClr val="tx1"/>
                </a:solidFill>
                <a:latin typeface="+mn-lt"/>
                <a:cs typeface="Browallia New" panose="020B0604020202020204" pitchFamily="34" charset="-34"/>
              </a:defRPr>
            </a:lvl1pPr>
            <a:lvl2pPr marL="444500" indent="-174625">
              <a:buFont typeface="Browallia New" panose="020B0604020202020204" pitchFamily="34" charset="-34"/>
              <a:buChar char="›"/>
              <a:defRPr sz="1600">
                <a:latin typeface="+mn-lt"/>
                <a:cs typeface="Browallia New" panose="020B0604020202020204" pitchFamily="34" charset="-34"/>
              </a:defRPr>
            </a:lvl2pPr>
            <a:lvl3pPr marL="806450" indent="-228600">
              <a:defRPr sz="1400">
                <a:latin typeface="+mn-lt"/>
                <a:cs typeface="Browallia New" panose="020B0604020202020204" pitchFamily="34" charset="-34"/>
              </a:defRPr>
            </a:lvl3pPr>
            <a:lvl4pPr marL="981075" indent="-241300">
              <a:buFont typeface="Calibri" panose="020F0502020204030204" pitchFamily="34" charset="0"/>
              <a:buChar char="−"/>
              <a:defRPr sz="1400">
                <a:latin typeface="+mn-lt"/>
                <a:cs typeface="Browallia New" panose="020B0604020202020204" pitchFamily="34" charset="-34"/>
              </a:defRPr>
            </a:lvl4pPr>
            <a:lvl5pPr marL="1250950" indent="-228600">
              <a:buFont typeface="Calibri" panose="020F0502020204030204" pitchFamily="34" charset="0"/>
              <a:buChar char="−"/>
              <a:defRPr sz="2000">
                <a:latin typeface="Browallia New" panose="020B0604020202020204" pitchFamily="34" charset="-34"/>
                <a:cs typeface="Browallia New" panose="020B0604020202020204" pitchFamily="34" charset="-34"/>
              </a:defRPr>
            </a:lvl5pPr>
          </a:lstStyle>
          <a:p>
            <a:pPr lvl="0"/>
            <a:r>
              <a:rPr lang="fr-FR"/>
              <a:t>Cliquez pour modifier les styles du texte du masque</a:t>
            </a:r>
          </a:p>
        </p:txBody>
      </p:sp>
      <p:sp>
        <p:nvSpPr>
          <p:cNvPr id="23" name="Espace réservé du texte 14"/>
          <p:cNvSpPr>
            <a:spLocks noGrp="1"/>
          </p:cNvSpPr>
          <p:nvPr>
            <p:ph type="body" sz="quarter" idx="14" hasCustomPrompt="1"/>
          </p:nvPr>
        </p:nvSpPr>
        <p:spPr>
          <a:xfrm>
            <a:off x="1705683" y="3055707"/>
            <a:ext cx="2536699" cy="709443"/>
          </a:xfrm>
        </p:spPr>
        <p:txBody>
          <a:bodyPr anchor="ctr"/>
          <a:lstStyle>
            <a:lvl1pPr marL="0" indent="0">
              <a:buFont typeface="Arial" panose="020B0604020202020204" pitchFamily="34" charset="0"/>
              <a:buNone/>
              <a:defRPr sz="1600">
                <a:solidFill>
                  <a:schemeClr val="tx1"/>
                </a:solidFill>
                <a:latin typeface="+mn-lt"/>
                <a:cs typeface="Browallia New" panose="020B0604020202020204" pitchFamily="34" charset="-34"/>
              </a:defRPr>
            </a:lvl1pPr>
            <a:lvl2pPr marL="444500" indent="-174625">
              <a:buFont typeface="Browallia New" panose="020B0604020202020204" pitchFamily="34" charset="-34"/>
              <a:buChar char="›"/>
              <a:defRPr sz="1600">
                <a:latin typeface="+mn-lt"/>
                <a:cs typeface="Browallia New" panose="020B0604020202020204" pitchFamily="34" charset="-34"/>
              </a:defRPr>
            </a:lvl2pPr>
            <a:lvl3pPr marL="806450" indent="-228600">
              <a:defRPr sz="1400">
                <a:latin typeface="+mn-lt"/>
                <a:cs typeface="Browallia New" panose="020B0604020202020204" pitchFamily="34" charset="-34"/>
              </a:defRPr>
            </a:lvl3pPr>
            <a:lvl4pPr marL="981075" indent="-241300">
              <a:buFont typeface="Calibri" panose="020F0502020204030204" pitchFamily="34" charset="0"/>
              <a:buChar char="−"/>
              <a:defRPr sz="1400">
                <a:latin typeface="+mn-lt"/>
                <a:cs typeface="Browallia New" panose="020B0604020202020204" pitchFamily="34" charset="-34"/>
              </a:defRPr>
            </a:lvl4pPr>
            <a:lvl5pPr marL="1250950" indent="-228600">
              <a:buFont typeface="Calibri" panose="020F0502020204030204" pitchFamily="34" charset="0"/>
              <a:buChar char="−"/>
              <a:defRPr sz="2000">
                <a:latin typeface="Browallia New" panose="020B0604020202020204" pitchFamily="34" charset="-34"/>
                <a:cs typeface="Browallia New" panose="020B0604020202020204" pitchFamily="34" charset="-34"/>
              </a:defRPr>
            </a:lvl5pPr>
          </a:lstStyle>
          <a:p>
            <a:pPr lvl="0"/>
            <a:r>
              <a:rPr lang="fr-FR"/>
              <a:t>Cliquez pour modifier les styles du texte du masque</a:t>
            </a:r>
          </a:p>
        </p:txBody>
      </p:sp>
      <p:sp>
        <p:nvSpPr>
          <p:cNvPr id="24" name="Espace réservé du texte 14"/>
          <p:cNvSpPr>
            <a:spLocks noGrp="1"/>
          </p:cNvSpPr>
          <p:nvPr>
            <p:ph type="body" sz="quarter" idx="15" hasCustomPrompt="1"/>
          </p:nvPr>
        </p:nvSpPr>
        <p:spPr>
          <a:xfrm>
            <a:off x="1705683" y="4581732"/>
            <a:ext cx="2536699" cy="709443"/>
          </a:xfrm>
        </p:spPr>
        <p:txBody>
          <a:bodyPr anchor="ctr"/>
          <a:lstStyle>
            <a:lvl1pPr marL="0" indent="0">
              <a:buFont typeface="Arial" panose="020B0604020202020204" pitchFamily="34" charset="0"/>
              <a:buNone/>
              <a:defRPr sz="1600">
                <a:solidFill>
                  <a:schemeClr val="tx1"/>
                </a:solidFill>
                <a:latin typeface="+mn-lt"/>
                <a:cs typeface="Browallia New" panose="020B0604020202020204" pitchFamily="34" charset="-34"/>
              </a:defRPr>
            </a:lvl1pPr>
            <a:lvl2pPr marL="444500" indent="-174625">
              <a:buFont typeface="Browallia New" panose="020B0604020202020204" pitchFamily="34" charset="-34"/>
              <a:buChar char="›"/>
              <a:defRPr sz="1600">
                <a:latin typeface="+mn-lt"/>
                <a:cs typeface="Browallia New" panose="020B0604020202020204" pitchFamily="34" charset="-34"/>
              </a:defRPr>
            </a:lvl2pPr>
            <a:lvl3pPr marL="806450" indent="-228600">
              <a:defRPr sz="1400">
                <a:latin typeface="+mn-lt"/>
                <a:cs typeface="Browallia New" panose="020B0604020202020204" pitchFamily="34" charset="-34"/>
              </a:defRPr>
            </a:lvl3pPr>
            <a:lvl4pPr marL="981075" indent="-241300">
              <a:buFont typeface="Calibri" panose="020F0502020204030204" pitchFamily="34" charset="0"/>
              <a:buChar char="−"/>
              <a:defRPr sz="1400">
                <a:latin typeface="+mn-lt"/>
                <a:cs typeface="Browallia New" panose="020B0604020202020204" pitchFamily="34" charset="-34"/>
              </a:defRPr>
            </a:lvl4pPr>
            <a:lvl5pPr marL="1250950" indent="-228600">
              <a:buFont typeface="Calibri" panose="020F0502020204030204" pitchFamily="34" charset="0"/>
              <a:buChar char="−"/>
              <a:defRPr sz="2000">
                <a:latin typeface="Browallia New" panose="020B0604020202020204" pitchFamily="34" charset="-34"/>
                <a:cs typeface="Browallia New" panose="020B0604020202020204" pitchFamily="34" charset="-34"/>
              </a:defRPr>
            </a:lvl5pPr>
          </a:lstStyle>
          <a:p>
            <a:pPr lvl="0"/>
            <a:r>
              <a:rPr lang="fr-FR"/>
              <a:t>Cliquez pour modifier les styles du texte du masque</a:t>
            </a:r>
          </a:p>
        </p:txBody>
      </p:sp>
      <p:sp>
        <p:nvSpPr>
          <p:cNvPr id="6" name="Espace réservé du texte 5"/>
          <p:cNvSpPr>
            <a:spLocks noGrp="1"/>
          </p:cNvSpPr>
          <p:nvPr>
            <p:ph type="body" sz="quarter" idx="19" hasCustomPrompt="1"/>
          </p:nvPr>
        </p:nvSpPr>
        <p:spPr>
          <a:xfrm>
            <a:off x="1705684" y="2268682"/>
            <a:ext cx="3908301" cy="644184"/>
          </a:xfrm>
        </p:spPr>
        <p:txBody>
          <a:bodyPr anchor="ctr"/>
          <a:lstStyle>
            <a:lvl1pPr marL="285750" indent="-285750">
              <a:buFont typeface="Segoe UI" panose="020B0502040204020203" pitchFamily="34" charset="0"/>
              <a:buChar char="›"/>
              <a:defRPr sz="1600">
                <a:solidFill>
                  <a:schemeClr val="tx1"/>
                </a:solidFill>
              </a:defRPr>
            </a:lvl1pPr>
          </a:lstStyle>
          <a:p>
            <a:pPr lvl="0"/>
            <a:r>
              <a:rPr lang="fr-FR"/>
              <a:t>Deuxième niveau</a:t>
            </a:r>
          </a:p>
        </p:txBody>
      </p:sp>
      <p:sp>
        <p:nvSpPr>
          <p:cNvPr id="30" name="Espace réservé du texte 5"/>
          <p:cNvSpPr>
            <a:spLocks noGrp="1"/>
          </p:cNvSpPr>
          <p:nvPr>
            <p:ph type="body" sz="quarter" idx="22" hasCustomPrompt="1"/>
          </p:nvPr>
        </p:nvSpPr>
        <p:spPr>
          <a:xfrm>
            <a:off x="1705684" y="3779607"/>
            <a:ext cx="3908301" cy="644184"/>
          </a:xfrm>
        </p:spPr>
        <p:txBody>
          <a:bodyPr anchor="ctr"/>
          <a:lstStyle>
            <a:lvl1pPr marL="285750" indent="-285750">
              <a:buFont typeface="Segoe UI" panose="020B0502040204020203" pitchFamily="34" charset="0"/>
              <a:buChar char="›"/>
              <a:defRPr sz="1600">
                <a:solidFill>
                  <a:schemeClr val="tx1"/>
                </a:solidFill>
              </a:defRPr>
            </a:lvl1pPr>
          </a:lstStyle>
          <a:p>
            <a:pPr lvl="0"/>
            <a:r>
              <a:rPr lang="fr-FR"/>
              <a:t>Deuxième niveau</a:t>
            </a:r>
          </a:p>
        </p:txBody>
      </p:sp>
      <p:sp>
        <p:nvSpPr>
          <p:cNvPr id="31" name="Espace réservé du texte 5"/>
          <p:cNvSpPr>
            <a:spLocks noGrp="1"/>
          </p:cNvSpPr>
          <p:nvPr>
            <p:ph type="body" sz="quarter" idx="23" hasCustomPrompt="1"/>
          </p:nvPr>
        </p:nvSpPr>
        <p:spPr>
          <a:xfrm>
            <a:off x="1705683" y="5304078"/>
            <a:ext cx="3908301" cy="644184"/>
          </a:xfrm>
        </p:spPr>
        <p:txBody>
          <a:bodyPr anchor="ctr"/>
          <a:lstStyle>
            <a:lvl1pPr marL="285750" indent="-285750">
              <a:buFont typeface="Segoe UI" panose="020B0502040204020203" pitchFamily="34" charset="0"/>
              <a:buChar char="›"/>
              <a:defRPr sz="1600">
                <a:solidFill>
                  <a:schemeClr val="tx1"/>
                </a:solidFill>
              </a:defRPr>
            </a:lvl1pPr>
          </a:lstStyle>
          <a:p>
            <a:pPr lvl="0"/>
            <a:r>
              <a:rPr lang="fr-FR"/>
              <a:t>Deuxième niveau</a:t>
            </a:r>
          </a:p>
        </p:txBody>
      </p:sp>
      <p:sp>
        <p:nvSpPr>
          <p:cNvPr id="8" name="Espace réservé du contenu 7"/>
          <p:cNvSpPr>
            <a:spLocks noGrp="1"/>
          </p:cNvSpPr>
          <p:nvPr>
            <p:ph sz="quarter" idx="24" hasCustomPrompt="1"/>
          </p:nvPr>
        </p:nvSpPr>
        <p:spPr>
          <a:xfrm>
            <a:off x="503302" y="1599466"/>
            <a:ext cx="787400" cy="569913"/>
          </a:xfrm>
        </p:spPr>
        <p:txBody>
          <a:bodyPr/>
          <a:lstStyle>
            <a:lvl1pPr marL="0" indent="0" algn="ctr">
              <a:buNone/>
              <a:defRPr sz="3600">
                <a:latin typeface="+mj-lt"/>
              </a:defRPr>
            </a:lvl1pPr>
            <a:lvl2pPr marL="269875" indent="0">
              <a:buNone/>
              <a:defRPr sz="5000">
                <a:latin typeface="+mj-lt"/>
              </a:defRPr>
            </a:lvl2pPr>
            <a:lvl3pPr marL="577850" indent="0">
              <a:buNone/>
              <a:defRPr sz="5000">
                <a:latin typeface="+mj-lt"/>
              </a:defRPr>
            </a:lvl3pPr>
            <a:lvl4pPr marL="739775" indent="0">
              <a:buFont typeface="Arial" panose="020B0604020202020204" pitchFamily="34" charset="0"/>
              <a:buNone/>
              <a:defRPr sz="5000">
                <a:latin typeface="+mj-lt"/>
              </a:defRPr>
            </a:lvl4pPr>
            <a:lvl5pPr marL="1828800" indent="0">
              <a:buFont typeface="Arial" panose="020B0604020202020204" pitchFamily="34" charset="0"/>
              <a:buNone/>
              <a:defRPr sz="5000">
                <a:latin typeface="+mj-lt"/>
              </a:defRPr>
            </a:lvl5pPr>
          </a:lstStyle>
          <a:p>
            <a:pPr lvl="0"/>
            <a:r>
              <a:rPr lang="fr-FR"/>
              <a:t>01</a:t>
            </a:r>
          </a:p>
        </p:txBody>
      </p:sp>
      <p:sp>
        <p:nvSpPr>
          <p:cNvPr id="46" name="Espace réservé du contenu 7"/>
          <p:cNvSpPr>
            <a:spLocks noGrp="1"/>
          </p:cNvSpPr>
          <p:nvPr>
            <p:ph sz="quarter" idx="28"/>
          </p:nvPr>
        </p:nvSpPr>
        <p:spPr>
          <a:xfrm>
            <a:off x="6534808" y="4588944"/>
            <a:ext cx="787400" cy="569913"/>
          </a:xfrm>
        </p:spPr>
        <p:txBody>
          <a:bodyPr/>
          <a:lstStyle>
            <a:lvl1pPr marL="0" indent="0" algn="ctr">
              <a:buNone/>
              <a:defRPr sz="3600">
                <a:latin typeface="+mj-lt"/>
              </a:defRPr>
            </a:lvl1pPr>
            <a:lvl2pPr marL="269875" indent="0">
              <a:buNone/>
              <a:defRPr sz="5000">
                <a:latin typeface="+mj-lt"/>
              </a:defRPr>
            </a:lvl2pPr>
            <a:lvl3pPr marL="577850" indent="0">
              <a:buNone/>
              <a:defRPr sz="5000">
                <a:latin typeface="+mj-lt"/>
              </a:defRPr>
            </a:lvl3pPr>
            <a:lvl4pPr marL="739775" indent="0">
              <a:buFont typeface="Arial" panose="020B0604020202020204" pitchFamily="34" charset="0"/>
              <a:buNone/>
              <a:defRPr sz="5000">
                <a:latin typeface="+mj-lt"/>
              </a:defRPr>
            </a:lvl4pPr>
            <a:lvl5pPr marL="1828800" indent="0">
              <a:buFont typeface="Arial" panose="020B0604020202020204" pitchFamily="34" charset="0"/>
              <a:buNone/>
              <a:defRPr sz="5000">
                <a:latin typeface="+mj-lt"/>
              </a:defRPr>
            </a:lvl5pPr>
          </a:lstStyle>
          <a:p>
            <a:pPr lvl="0"/>
            <a:r>
              <a:rPr lang="fr-FR"/>
              <a:t>Modifier les styles du texte du masque</a:t>
            </a:r>
          </a:p>
        </p:txBody>
      </p:sp>
      <p:sp>
        <p:nvSpPr>
          <p:cNvPr id="47" name="Espace réservé du contenu 7"/>
          <p:cNvSpPr>
            <a:spLocks noGrp="1"/>
          </p:cNvSpPr>
          <p:nvPr>
            <p:ph sz="quarter" idx="29"/>
          </p:nvPr>
        </p:nvSpPr>
        <p:spPr>
          <a:xfrm>
            <a:off x="6534808" y="3088900"/>
            <a:ext cx="787400" cy="569913"/>
          </a:xfrm>
        </p:spPr>
        <p:txBody>
          <a:bodyPr/>
          <a:lstStyle>
            <a:lvl1pPr marL="0" indent="0" algn="ctr">
              <a:buNone/>
              <a:defRPr sz="3600">
                <a:latin typeface="+mj-lt"/>
              </a:defRPr>
            </a:lvl1pPr>
            <a:lvl2pPr marL="269875" indent="0">
              <a:buNone/>
              <a:defRPr sz="5000">
                <a:latin typeface="+mj-lt"/>
              </a:defRPr>
            </a:lvl2pPr>
            <a:lvl3pPr marL="577850" indent="0">
              <a:buNone/>
              <a:defRPr sz="5000">
                <a:latin typeface="+mj-lt"/>
              </a:defRPr>
            </a:lvl3pPr>
            <a:lvl4pPr marL="739775" indent="0">
              <a:buFont typeface="Arial" panose="020B0604020202020204" pitchFamily="34" charset="0"/>
              <a:buNone/>
              <a:defRPr sz="5000">
                <a:latin typeface="+mj-lt"/>
              </a:defRPr>
            </a:lvl4pPr>
            <a:lvl5pPr marL="1828800" indent="0">
              <a:buFont typeface="Arial" panose="020B0604020202020204" pitchFamily="34" charset="0"/>
              <a:buNone/>
              <a:defRPr sz="5000">
                <a:latin typeface="+mj-lt"/>
              </a:defRPr>
            </a:lvl5pPr>
          </a:lstStyle>
          <a:p>
            <a:pPr lvl="0"/>
            <a:r>
              <a:rPr lang="fr-FR"/>
              <a:t>Modifier les styles du texte du masque</a:t>
            </a:r>
          </a:p>
        </p:txBody>
      </p:sp>
      <p:sp>
        <p:nvSpPr>
          <p:cNvPr id="48" name="Espace réservé du texte 14"/>
          <p:cNvSpPr>
            <a:spLocks noGrp="1"/>
          </p:cNvSpPr>
          <p:nvPr>
            <p:ph type="body" sz="quarter" idx="30" hasCustomPrompt="1"/>
          </p:nvPr>
        </p:nvSpPr>
        <p:spPr>
          <a:xfrm>
            <a:off x="7737190" y="1528409"/>
            <a:ext cx="2536699" cy="709443"/>
          </a:xfrm>
        </p:spPr>
        <p:txBody>
          <a:bodyPr anchor="ctr"/>
          <a:lstStyle>
            <a:lvl1pPr marL="0" indent="0">
              <a:buFont typeface="Arial" panose="020B0604020202020204" pitchFamily="34" charset="0"/>
              <a:buNone/>
              <a:defRPr sz="1600">
                <a:solidFill>
                  <a:schemeClr val="tx1"/>
                </a:solidFill>
                <a:latin typeface="+mn-lt"/>
                <a:cs typeface="Browallia New" panose="020B0604020202020204" pitchFamily="34" charset="-34"/>
              </a:defRPr>
            </a:lvl1pPr>
            <a:lvl2pPr marL="444500" indent="-174625">
              <a:buFont typeface="Browallia New" panose="020B0604020202020204" pitchFamily="34" charset="-34"/>
              <a:buChar char="›"/>
              <a:defRPr sz="1600">
                <a:latin typeface="+mn-lt"/>
                <a:cs typeface="Browallia New" panose="020B0604020202020204" pitchFamily="34" charset="-34"/>
              </a:defRPr>
            </a:lvl2pPr>
            <a:lvl3pPr marL="806450" indent="-228600">
              <a:defRPr sz="1400">
                <a:latin typeface="+mn-lt"/>
                <a:cs typeface="Browallia New" panose="020B0604020202020204" pitchFamily="34" charset="-34"/>
              </a:defRPr>
            </a:lvl3pPr>
            <a:lvl4pPr marL="981075" indent="-241300">
              <a:buFont typeface="Calibri" panose="020F0502020204030204" pitchFamily="34" charset="0"/>
              <a:buChar char="−"/>
              <a:defRPr sz="1400">
                <a:latin typeface="+mn-lt"/>
                <a:cs typeface="Browallia New" panose="020B0604020202020204" pitchFamily="34" charset="-34"/>
              </a:defRPr>
            </a:lvl4pPr>
            <a:lvl5pPr marL="1250950" indent="-228600">
              <a:buFont typeface="Calibri" panose="020F0502020204030204" pitchFamily="34" charset="0"/>
              <a:buChar char="−"/>
              <a:defRPr sz="2000">
                <a:latin typeface="Browallia New" panose="020B0604020202020204" pitchFamily="34" charset="-34"/>
                <a:cs typeface="Browallia New" panose="020B0604020202020204" pitchFamily="34" charset="-34"/>
              </a:defRPr>
            </a:lvl5pPr>
          </a:lstStyle>
          <a:p>
            <a:pPr lvl="0"/>
            <a:r>
              <a:rPr lang="fr-FR"/>
              <a:t>Cliquez pour modifier les styles du texte du masque</a:t>
            </a:r>
          </a:p>
        </p:txBody>
      </p:sp>
      <p:sp>
        <p:nvSpPr>
          <p:cNvPr id="49" name="Espace réservé du texte 14"/>
          <p:cNvSpPr>
            <a:spLocks noGrp="1"/>
          </p:cNvSpPr>
          <p:nvPr>
            <p:ph type="body" sz="quarter" idx="31" hasCustomPrompt="1"/>
          </p:nvPr>
        </p:nvSpPr>
        <p:spPr>
          <a:xfrm>
            <a:off x="7737189" y="3055707"/>
            <a:ext cx="2536699" cy="709443"/>
          </a:xfrm>
        </p:spPr>
        <p:txBody>
          <a:bodyPr anchor="ctr"/>
          <a:lstStyle>
            <a:lvl1pPr marL="0" indent="0">
              <a:buFont typeface="Arial" panose="020B0604020202020204" pitchFamily="34" charset="0"/>
              <a:buNone/>
              <a:defRPr sz="1600">
                <a:solidFill>
                  <a:schemeClr val="tx1"/>
                </a:solidFill>
                <a:latin typeface="+mn-lt"/>
                <a:cs typeface="Browallia New" panose="020B0604020202020204" pitchFamily="34" charset="-34"/>
              </a:defRPr>
            </a:lvl1pPr>
            <a:lvl2pPr marL="444500" indent="-174625">
              <a:buFont typeface="Browallia New" panose="020B0604020202020204" pitchFamily="34" charset="-34"/>
              <a:buChar char="›"/>
              <a:defRPr sz="1600">
                <a:latin typeface="+mn-lt"/>
                <a:cs typeface="Browallia New" panose="020B0604020202020204" pitchFamily="34" charset="-34"/>
              </a:defRPr>
            </a:lvl2pPr>
            <a:lvl3pPr marL="806450" indent="-228600">
              <a:defRPr sz="1400">
                <a:latin typeface="+mn-lt"/>
                <a:cs typeface="Browallia New" panose="020B0604020202020204" pitchFamily="34" charset="-34"/>
              </a:defRPr>
            </a:lvl3pPr>
            <a:lvl4pPr marL="981075" indent="-241300">
              <a:buFont typeface="Calibri" panose="020F0502020204030204" pitchFamily="34" charset="0"/>
              <a:buChar char="−"/>
              <a:defRPr sz="1400">
                <a:latin typeface="+mn-lt"/>
                <a:cs typeface="Browallia New" panose="020B0604020202020204" pitchFamily="34" charset="-34"/>
              </a:defRPr>
            </a:lvl4pPr>
            <a:lvl5pPr marL="1250950" indent="-228600">
              <a:buFont typeface="Calibri" panose="020F0502020204030204" pitchFamily="34" charset="0"/>
              <a:buChar char="−"/>
              <a:defRPr sz="2000">
                <a:latin typeface="Browallia New" panose="020B0604020202020204" pitchFamily="34" charset="-34"/>
                <a:cs typeface="Browallia New" panose="020B0604020202020204" pitchFamily="34" charset="-34"/>
              </a:defRPr>
            </a:lvl5pPr>
          </a:lstStyle>
          <a:p>
            <a:pPr lvl="0"/>
            <a:r>
              <a:rPr lang="fr-FR"/>
              <a:t>Cliquez pour modifier les styles du texte du masque</a:t>
            </a:r>
          </a:p>
        </p:txBody>
      </p:sp>
      <p:sp>
        <p:nvSpPr>
          <p:cNvPr id="50" name="Espace réservé du texte 14"/>
          <p:cNvSpPr>
            <a:spLocks noGrp="1"/>
          </p:cNvSpPr>
          <p:nvPr>
            <p:ph type="body" sz="quarter" idx="32" hasCustomPrompt="1"/>
          </p:nvPr>
        </p:nvSpPr>
        <p:spPr>
          <a:xfrm>
            <a:off x="7737189" y="4581732"/>
            <a:ext cx="2536699" cy="709443"/>
          </a:xfrm>
        </p:spPr>
        <p:txBody>
          <a:bodyPr anchor="ctr"/>
          <a:lstStyle>
            <a:lvl1pPr marL="0" indent="0">
              <a:buFont typeface="Arial" panose="020B0604020202020204" pitchFamily="34" charset="0"/>
              <a:buNone/>
              <a:defRPr sz="1600">
                <a:solidFill>
                  <a:schemeClr val="tx1"/>
                </a:solidFill>
                <a:latin typeface="+mn-lt"/>
                <a:cs typeface="Browallia New" panose="020B0604020202020204" pitchFamily="34" charset="-34"/>
              </a:defRPr>
            </a:lvl1pPr>
            <a:lvl2pPr marL="444500" indent="-174625">
              <a:buFont typeface="Browallia New" panose="020B0604020202020204" pitchFamily="34" charset="-34"/>
              <a:buChar char="›"/>
              <a:defRPr sz="1600">
                <a:latin typeface="+mn-lt"/>
                <a:cs typeface="Browallia New" panose="020B0604020202020204" pitchFamily="34" charset="-34"/>
              </a:defRPr>
            </a:lvl2pPr>
            <a:lvl3pPr marL="806450" indent="-228600">
              <a:defRPr sz="1400">
                <a:latin typeface="+mn-lt"/>
                <a:cs typeface="Browallia New" panose="020B0604020202020204" pitchFamily="34" charset="-34"/>
              </a:defRPr>
            </a:lvl3pPr>
            <a:lvl4pPr marL="981075" indent="-241300">
              <a:buFont typeface="Calibri" panose="020F0502020204030204" pitchFamily="34" charset="0"/>
              <a:buChar char="−"/>
              <a:defRPr sz="1400">
                <a:latin typeface="+mn-lt"/>
                <a:cs typeface="Browallia New" panose="020B0604020202020204" pitchFamily="34" charset="-34"/>
              </a:defRPr>
            </a:lvl4pPr>
            <a:lvl5pPr marL="1250950" indent="-228600">
              <a:buFont typeface="Calibri" panose="020F0502020204030204" pitchFamily="34" charset="0"/>
              <a:buChar char="−"/>
              <a:defRPr sz="2000">
                <a:latin typeface="Browallia New" panose="020B0604020202020204" pitchFamily="34" charset="-34"/>
                <a:cs typeface="Browallia New" panose="020B0604020202020204" pitchFamily="34" charset="-34"/>
              </a:defRPr>
            </a:lvl5pPr>
          </a:lstStyle>
          <a:p>
            <a:pPr lvl="0"/>
            <a:r>
              <a:rPr lang="fr-FR"/>
              <a:t>Cliquez pour modifier les styles du texte du masque</a:t>
            </a:r>
          </a:p>
        </p:txBody>
      </p:sp>
      <p:sp>
        <p:nvSpPr>
          <p:cNvPr id="51" name="Espace réservé du texte 5"/>
          <p:cNvSpPr>
            <a:spLocks noGrp="1"/>
          </p:cNvSpPr>
          <p:nvPr>
            <p:ph type="body" sz="quarter" idx="33" hasCustomPrompt="1"/>
          </p:nvPr>
        </p:nvSpPr>
        <p:spPr>
          <a:xfrm>
            <a:off x="7737190" y="2268682"/>
            <a:ext cx="3908301" cy="644184"/>
          </a:xfrm>
        </p:spPr>
        <p:txBody>
          <a:bodyPr anchor="ctr"/>
          <a:lstStyle>
            <a:lvl1pPr marL="285750" indent="-285750">
              <a:buFont typeface="Segoe UI" panose="020B0502040204020203" pitchFamily="34" charset="0"/>
              <a:buChar char="›"/>
              <a:defRPr sz="1600">
                <a:solidFill>
                  <a:schemeClr val="tx1"/>
                </a:solidFill>
              </a:defRPr>
            </a:lvl1pPr>
          </a:lstStyle>
          <a:p>
            <a:pPr lvl="0"/>
            <a:r>
              <a:rPr lang="fr-FR"/>
              <a:t>Deuxième niveau</a:t>
            </a:r>
          </a:p>
        </p:txBody>
      </p:sp>
      <p:sp>
        <p:nvSpPr>
          <p:cNvPr id="52" name="Espace réservé du texte 5"/>
          <p:cNvSpPr>
            <a:spLocks noGrp="1"/>
          </p:cNvSpPr>
          <p:nvPr>
            <p:ph type="body" sz="quarter" idx="34" hasCustomPrompt="1"/>
          </p:nvPr>
        </p:nvSpPr>
        <p:spPr>
          <a:xfrm>
            <a:off x="7737190" y="3779607"/>
            <a:ext cx="3908301" cy="644184"/>
          </a:xfrm>
        </p:spPr>
        <p:txBody>
          <a:bodyPr anchor="ctr"/>
          <a:lstStyle>
            <a:lvl1pPr marL="285750" indent="-285750">
              <a:buFont typeface="Segoe UI" panose="020B0502040204020203" pitchFamily="34" charset="0"/>
              <a:buChar char="›"/>
              <a:defRPr sz="1600">
                <a:solidFill>
                  <a:schemeClr val="tx1"/>
                </a:solidFill>
              </a:defRPr>
            </a:lvl1pPr>
          </a:lstStyle>
          <a:p>
            <a:pPr lvl="0"/>
            <a:r>
              <a:rPr lang="fr-FR"/>
              <a:t>Deuxième niveau</a:t>
            </a:r>
          </a:p>
        </p:txBody>
      </p:sp>
      <p:sp>
        <p:nvSpPr>
          <p:cNvPr id="53" name="Espace réservé du texte 5"/>
          <p:cNvSpPr>
            <a:spLocks noGrp="1"/>
          </p:cNvSpPr>
          <p:nvPr>
            <p:ph type="body" sz="quarter" idx="35" hasCustomPrompt="1"/>
          </p:nvPr>
        </p:nvSpPr>
        <p:spPr>
          <a:xfrm>
            <a:off x="7737189" y="5304078"/>
            <a:ext cx="3908301" cy="644184"/>
          </a:xfrm>
        </p:spPr>
        <p:txBody>
          <a:bodyPr anchor="ctr"/>
          <a:lstStyle>
            <a:lvl1pPr marL="285750" indent="-285750">
              <a:buFont typeface="Segoe UI" panose="020B0502040204020203" pitchFamily="34" charset="0"/>
              <a:buChar char="›"/>
              <a:defRPr sz="1600">
                <a:solidFill>
                  <a:schemeClr val="tx1"/>
                </a:solidFill>
              </a:defRPr>
            </a:lvl1pPr>
          </a:lstStyle>
          <a:p>
            <a:pPr lvl="0"/>
            <a:r>
              <a:rPr lang="fr-FR"/>
              <a:t>Deuxième niveau</a:t>
            </a:r>
          </a:p>
        </p:txBody>
      </p:sp>
      <p:sp>
        <p:nvSpPr>
          <p:cNvPr id="54" name="Espace réservé du contenu 7"/>
          <p:cNvSpPr>
            <a:spLocks noGrp="1"/>
          </p:cNvSpPr>
          <p:nvPr>
            <p:ph sz="quarter" idx="36"/>
          </p:nvPr>
        </p:nvSpPr>
        <p:spPr>
          <a:xfrm>
            <a:off x="6534808" y="1599466"/>
            <a:ext cx="787400" cy="569913"/>
          </a:xfrm>
        </p:spPr>
        <p:txBody>
          <a:bodyPr/>
          <a:lstStyle>
            <a:lvl1pPr marL="0" indent="0" algn="ctr">
              <a:buNone/>
              <a:defRPr sz="3600">
                <a:latin typeface="+mj-lt"/>
              </a:defRPr>
            </a:lvl1pPr>
            <a:lvl2pPr marL="269875" indent="0">
              <a:buNone/>
              <a:defRPr sz="5000">
                <a:latin typeface="+mj-lt"/>
              </a:defRPr>
            </a:lvl2pPr>
            <a:lvl3pPr marL="577850" indent="0">
              <a:buNone/>
              <a:defRPr sz="5000">
                <a:latin typeface="+mj-lt"/>
              </a:defRPr>
            </a:lvl3pPr>
            <a:lvl4pPr marL="739775" indent="0">
              <a:buFont typeface="Arial" panose="020B0604020202020204" pitchFamily="34" charset="0"/>
              <a:buNone/>
              <a:defRPr sz="5000">
                <a:latin typeface="+mj-lt"/>
              </a:defRPr>
            </a:lvl4pPr>
            <a:lvl5pPr marL="1828800" indent="0">
              <a:buFont typeface="Arial" panose="020B0604020202020204" pitchFamily="34" charset="0"/>
              <a:buNone/>
              <a:defRPr sz="5000">
                <a:latin typeface="+mj-lt"/>
              </a:defRPr>
            </a:lvl5pPr>
          </a:lstStyle>
          <a:p>
            <a:pPr lvl="0"/>
            <a:r>
              <a:rPr lang="fr-FR"/>
              <a:t>Modifier les styles du texte du masque</a:t>
            </a:r>
          </a:p>
        </p:txBody>
      </p:sp>
      <p:cxnSp>
        <p:nvCxnSpPr>
          <p:cNvPr id="32" name="Connecteur droit 31"/>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35"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36"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37" name="Connecteur droit 36"/>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cteur droit 37"/>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7310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position personnalisée Image">
    <p:spTree>
      <p:nvGrpSpPr>
        <p:cNvPr id="1" name=""/>
        <p:cNvGrpSpPr/>
        <p:nvPr/>
      </p:nvGrpSpPr>
      <p:grpSpPr>
        <a:xfrm>
          <a:off x="0" y="0"/>
          <a:ext cx="0" cy="0"/>
          <a:chOff x="0" y="0"/>
          <a:chExt cx="0" cy="0"/>
        </a:xfrm>
      </p:grpSpPr>
      <p:pic>
        <p:nvPicPr>
          <p:cNvPr id="13" name="Image 12"/>
          <p:cNvPicPr>
            <a:picLocks noChangeAspect="1"/>
          </p:cNvPicPr>
          <p:nvPr userDrawn="1"/>
        </p:nvPicPr>
        <p:blipFill rotWithShape="1">
          <a:blip r:embed="rId2" cstate="email">
            <a:extLst>
              <a:ext uri="{28A0092B-C50C-407E-A947-70E740481C1C}">
                <a14:useLocalDpi xmlns:a14="http://schemas.microsoft.com/office/drawing/2010/main" val="0"/>
              </a:ext>
            </a:extLst>
          </a:blip>
          <a:srcRect r="48314" b="36992"/>
          <a:stretch/>
        </p:blipFill>
        <p:spPr>
          <a:xfrm>
            <a:off x="4108285" y="1314847"/>
            <a:ext cx="8083715" cy="5543153"/>
          </a:xfrm>
          <a:prstGeom prst="rect">
            <a:avLst/>
          </a:prstGeom>
        </p:spPr>
      </p:pic>
      <p:sp>
        <p:nvSpPr>
          <p:cNvPr id="6" name="Espace réservé pour une image  5"/>
          <p:cNvSpPr>
            <a:spLocks noGrp="1"/>
          </p:cNvSpPr>
          <p:nvPr>
            <p:ph type="pic" sz="quarter" idx="12"/>
          </p:nvPr>
        </p:nvSpPr>
        <p:spPr>
          <a:xfrm>
            <a:off x="6183923" y="1563976"/>
            <a:ext cx="6008077" cy="4450774"/>
          </a:xfrm>
          <a:ln w="19050">
            <a:noFill/>
          </a:ln>
        </p:spPr>
        <p:txBody>
          <a:bodyPr tIns="46800"/>
          <a:lstStyle>
            <a:lvl1pPr>
              <a:defRPr>
                <a:solidFill>
                  <a:schemeClr val="tx1"/>
                </a:solidFill>
              </a:defRPr>
            </a:lvl1pPr>
          </a:lstStyle>
          <a:p>
            <a:r>
              <a:rPr lang="fr-FR"/>
              <a:t>Cliquez sur l'icône pour ajouter une image</a:t>
            </a:r>
          </a:p>
        </p:txBody>
      </p:sp>
      <p:sp>
        <p:nvSpPr>
          <p:cNvPr id="8" name="Espace réservé du texte 14"/>
          <p:cNvSpPr>
            <a:spLocks noGrp="1"/>
          </p:cNvSpPr>
          <p:nvPr>
            <p:ph type="body" sz="quarter" idx="13" hasCustomPrompt="1"/>
          </p:nvPr>
        </p:nvSpPr>
        <p:spPr>
          <a:xfrm>
            <a:off x="511908" y="1563976"/>
            <a:ext cx="5488843" cy="4450774"/>
          </a:xfrm>
          <a:ln w="19050">
            <a:noFill/>
          </a:ln>
        </p:spPr>
        <p:txBody>
          <a:bodyPr tIns="46800"/>
          <a:lstStyle>
            <a:lvl1pPr marL="285750" indent="-285750">
              <a:lnSpc>
                <a:spcPct val="110000"/>
              </a:lnSpc>
              <a:spcBef>
                <a:spcPts val="0"/>
              </a:spcBef>
              <a:spcAft>
                <a:spcPts val="600"/>
              </a:spcAft>
              <a:buFont typeface="Arial" panose="020B0604020202020204" pitchFamily="34" charset="0"/>
              <a:buChar char="•"/>
              <a:defRPr sz="1800">
                <a:solidFill>
                  <a:schemeClr val="tx1"/>
                </a:solidFill>
                <a:latin typeface="+mn-lt"/>
                <a:cs typeface="Browallia New" panose="020B0604020202020204" pitchFamily="34" charset="-34"/>
              </a:defRPr>
            </a:lvl1pPr>
            <a:lvl2pPr marL="444500" indent="-174625">
              <a:lnSpc>
                <a:spcPct val="110000"/>
              </a:lnSpc>
              <a:spcBef>
                <a:spcPts val="0"/>
              </a:spcBef>
              <a:spcAft>
                <a:spcPts val="600"/>
              </a:spcAft>
              <a:buFont typeface="Browallia New" panose="020B0604020202020204" pitchFamily="34" charset="-34"/>
              <a:buChar char="›"/>
              <a:defRPr sz="1600">
                <a:solidFill>
                  <a:schemeClr val="tx1"/>
                </a:solidFill>
                <a:latin typeface="+mn-lt"/>
                <a:cs typeface="Browallia New" panose="020B0604020202020204" pitchFamily="34" charset="-34"/>
              </a:defRPr>
            </a:lvl2pPr>
            <a:lvl3pPr marL="806450" indent="-228600">
              <a:lnSpc>
                <a:spcPct val="110000"/>
              </a:lnSpc>
              <a:spcBef>
                <a:spcPts val="0"/>
              </a:spcBef>
              <a:spcAft>
                <a:spcPts val="600"/>
              </a:spcAft>
              <a:defRPr sz="1400">
                <a:solidFill>
                  <a:schemeClr val="tx1"/>
                </a:solidFill>
                <a:latin typeface="+mn-lt"/>
                <a:cs typeface="Browallia New" panose="020B0604020202020204" pitchFamily="34" charset="-34"/>
              </a:defRPr>
            </a:lvl3pPr>
            <a:lvl4pPr marL="981075" indent="-241300">
              <a:lnSpc>
                <a:spcPct val="110000"/>
              </a:lnSpc>
              <a:spcBef>
                <a:spcPts val="0"/>
              </a:spcBef>
              <a:spcAft>
                <a:spcPts val="600"/>
              </a:spcAft>
              <a:buFont typeface="Calibri" panose="020F0502020204030204" pitchFamily="34" charset="0"/>
              <a:buChar char="−"/>
              <a:defRPr sz="1400">
                <a:solidFill>
                  <a:schemeClr val="tx1"/>
                </a:solidFill>
                <a:latin typeface="+mn-lt"/>
                <a:cs typeface="Browallia New" panose="020B0604020202020204" pitchFamily="34" charset="-34"/>
              </a:defRPr>
            </a:lvl4pPr>
            <a:lvl5pPr marL="1250950" indent="-228600">
              <a:buFont typeface="Calibri" panose="020F0502020204030204" pitchFamily="34" charset="0"/>
              <a:buChar char="−"/>
              <a:defRPr sz="2000">
                <a:latin typeface="Browallia New" panose="020B0604020202020204" pitchFamily="34" charset="-34"/>
                <a:cs typeface="Browallia New" panose="020B0604020202020204" pitchFamily="34" charset="-34"/>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14" name="Titre 1"/>
          <p:cNvSpPr>
            <a:spLocks noGrp="1"/>
          </p:cNvSpPr>
          <p:nvPr>
            <p:ph type="title"/>
          </p:nvPr>
        </p:nvSpPr>
        <p:spPr>
          <a:xfrm>
            <a:off x="511910" y="187550"/>
            <a:ext cx="11153041" cy="865186"/>
          </a:xfrm>
        </p:spPr>
        <p:txBody>
          <a:bodyPr/>
          <a:lstStyle>
            <a:lvl1pPr>
              <a:defRPr sz="2800">
                <a:solidFill>
                  <a:schemeClr val="tx1"/>
                </a:solidFill>
                <a:latin typeface="Franklin Gothic Book" panose="020B0503020102020204" pitchFamily="34" charset="0"/>
              </a:defRPr>
            </a:lvl1pPr>
          </a:lstStyle>
          <a:p>
            <a:r>
              <a:rPr lang="fr-FR"/>
              <a:t>Modifiez le style du titre</a:t>
            </a:r>
          </a:p>
        </p:txBody>
      </p:sp>
      <p:sp>
        <p:nvSpPr>
          <p:cNvPr id="15" name="Espace réservé du contenu 2"/>
          <p:cNvSpPr>
            <a:spLocks noGrp="1"/>
          </p:cNvSpPr>
          <p:nvPr>
            <p:ph sz="quarter" idx="15"/>
          </p:nvPr>
        </p:nvSpPr>
        <p:spPr>
          <a:xfrm>
            <a:off x="6183924" y="6015038"/>
            <a:ext cx="5480695" cy="366935"/>
          </a:xfrm>
        </p:spPr>
        <p:txBody>
          <a:bodyPr/>
          <a:lstStyle>
            <a:lvl1pPr marL="0" indent="0" algn="r">
              <a:buNone/>
              <a:defRPr sz="1200" i="1"/>
            </a:lvl1pPr>
            <a:lvl2pPr>
              <a:defRPr sz="1400" i="1"/>
            </a:lvl2pPr>
            <a:lvl3pPr>
              <a:defRPr sz="1200" i="1"/>
            </a:lvl3pPr>
            <a:lvl4pPr>
              <a:buFont typeface="Arial" panose="020B0604020202020204" pitchFamily="34" charset="0"/>
              <a:buChar char="•"/>
              <a:defRPr sz="1200" i="1"/>
            </a:lvl4pPr>
            <a:lvl5pPr marL="2114550" indent="-285750">
              <a:buFont typeface="Arial" panose="020B0604020202020204" pitchFamily="34" charset="0"/>
              <a:buChar char="•"/>
              <a:defRPr sz="1800" i="1"/>
            </a:lvl5pPr>
          </a:lstStyle>
          <a:p>
            <a:pPr lvl="0"/>
            <a:r>
              <a:rPr lang="fr-FR"/>
              <a:t>Modifier les styles du texte du masque</a:t>
            </a:r>
          </a:p>
        </p:txBody>
      </p:sp>
      <p:cxnSp>
        <p:nvCxnSpPr>
          <p:cNvPr id="12" name="Connecteur droit 11"/>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18"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19"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20" name="Connecteur droit 19"/>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Connecteur droit 20"/>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2697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sposition personnalisée - Texte">
    <p:spTree>
      <p:nvGrpSpPr>
        <p:cNvPr id="1" name=""/>
        <p:cNvGrpSpPr/>
        <p:nvPr/>
      </p:nvGrpSpPr>
      <p:grpSpPr>
        <a:xfrm>
          <a:off x="0" y="0"/>
          <a:ext cx="0" cy="0"/>
          <a:chOff x="0" y="0"/>
          <a:chExt cx="0" cy="0"/>
        </a:xfrm>
      </p:grpSpPr>
      <p:pic>
        <p:nvPicPr>
          <p:cNvPr id="13" name="Image 12"/>
          <p:cNvPicPr>
            <a:picLocks noChangeAspect="1"/>
          </p:cNvPicPr>
          <p:nvPr userDrawn="1"/>
        </p:nvPicPr>
        <p:blipFill rotWithShape="1">
          <a:blip r:embed="rId2" cstate="email">
            <a:extLst>
              <a:ext uri="{28A0092B-C50C-407E-A947-70E740481C1C}">
                <a14:useLocalDpi xmlns:a14="http://schemas.microsoft.com/office/drawing/2010/main" val="0"/>
              </a:ext>
            </a:extLst>
          </a:blip>
          <a:srcRect r="48314" b="36992"/>
          <a:stretch/>
        </p:blipFill>
        <p:spPr>
          <a:xfrm>
            <a:off x="4108285" y="1314847"/>
            <a:ext cx="8083715" cy="5543153"/>
          </a:xfrm>
          <a:prstGeom prst="rect">
            <a:avLst/>
          </a:prstGeom>
        </p:spPr>
      </p:pic>
      <p:sp>
        <p:nvSpPr>
          <p:cNvPr id="2" name="Titre 1"/>
          <p:cNvSpPr>
            <a:spLocks noGrp="1"/>
          </p:cNvSpPr>
          <p:nvPr>
            <p:ph type="title"/>
          </p:nvPr>
        </p:nvSpPr>
        <p:spPr/>
        <p:txBody>
          <a:bodyPr/>
          <a:lstStyle>
            <a:lvl1pPr>
              <a:defRPr sz="2800">
                <a:solidFill>
                  <a:schemeClr val="tx1"/>
                </a:solidFill>
                <a:latin typeface="Franklin Gothic Book" panose="020B0503020102020204" pitchFamily="34" charset="0"/>
              </a:defRPr>
            </a:lvl1pPr>
          </a:lstStyle>
          <a:p>
            <a:r>
              <a:rPr lang="fr-FR"/>
              <a:t>Modifiez le style du titre</a:t>
            </a:r>
          </a:p>
        </p:txBody>
      </p:sp>
      <p:sp>
        <p:nvSpPr>
          <p:cNvPr id="15" name="Espace réservé du texte 14"/>
          <p:cNvSpPr>
            <a:spLocks noGrp="1"/>
          </p:cNvSpPr>
          <p:nvPr>
            <p:ph type="body" sz="quarter" idx="13" hasCustomPrompt="1"/>
          </p:nvPr>
        </p:nvSpPr>
        <p:spPr>
          <a:xfrm>
            <a:off x="511908" y="1563976"/>
            <a:ext cx="5488843" cy="4450774"/>
          </a:xfrm>
        </p:spPr>
        <p:txBody>
          <a:bodyPr/>
          <a:lstStyle>
            <a:lvl1pPr marL="285750" indent="-285750">
              <a:lnSpc>
                <a:spcPct val="110000"/>
              </a:lnSpc>
              <a:spcBef>
                <a:spcPts val="0"/>
              </a:spcBef>
              <a:spcAft>
                <a:spcPts val="600"/>
              </a:spcAft>
              <a:buFont typeface="Arial" panose="020B0604020202020204" pitchFamily="34" charset="0"/>
              <a:buChar char="•"/>
              <a:defRPr sz="1800">
                <a:solidFill>
                  <a:schemeClr val="tx1"/>
                </a:solidFill>
                <a:latin typeface="+mn-lt"/>
                <a:cs typeface="Browallia New" panose="020B0604020202020204" pitchFamily="34" charset="-34"/>
              </a:defRPr>
            </a:lvl1pPr>
            <a:lvl2pPr marL="444500" indent="-174625">
              <a:lnSpc>
                <a:spcPct val="110000"/>
              </a:lnSpc>
              <a:spcBef>
                <a:spcPts val="0"/>
              </a:spcBef>
              <a:spcAft>
                <a:spcPts val="600"/>
              </a:spcAft>
              <a:buFont typeface="Browallia New" panose="020B0604020202020204" pitchFamily="34" charset="-34"/>
              <a:buChar char="›"/>
              <a:defRPr sz="1600">
                <a:solidFill>
                  <a:schemeClr val="tx1"/>
                </a:solidFill>
                <a:latin typeface="+mn-lt"/>
                <a:cs typeface="Browallia New" panose="020B0604020202020204" pitchFamily="34" charset="-34"/>
              </a:defRPr>
            </a:lvl2pPr>
            <a:lvl3pPr marL="806450" indent="-228600">
              <a:lnSpc>
                <a:spcPct val="110000"/>
              </a:lnSpc>
              <a:spcBef>
                <a:spcPts val="0"/>
              </a:spcBef>
              <a:spcAft>
                <a:spcPts val="600"/>
              </a:spcAft>
              <a:defRPr sz="1400">
                <a:solidFill>
                  <a:schemeClr val="tx1"/>
                </a:solidFill>
                <a:latin typeface="+mn-lt"/>
                <a:cs typeface="Browallia New" panose="020B0604020202020204" pitchFamily="34" charset="-34"/>
              </a:defRPr>
            </a:lvl3pPr>
            <a:lvl4pPr marL="981075" indent="-241300">
              <a:lnSpc>
                <a:spcPct val="110000"/>
              </a:lnSpc>
              <a:spcBef>
                <a:spcPts val="0"/>
              </a:spcBef>
              <a:spcAft>
                <a:spcPts val="600"/>
              </a:spcAft>
              <a:buFont typeface="Calibri" panose="020F0502020204030204" pitchFamily="34" charset="0"/>
              <a:buChar char="−"/>
              <a:defRPr sz="1400">
                <a:solidFill>
                  <a:schemeClr val="tx1"/>
                </a:solidFill>
                <a:latin typeface="+mn-lt"/>
                <a:cs typeface="Browallia New" panose="020B0604020202020204" pitchFamily="34" charset="-34"/>
              </a:defRPr>
            </a:lvl4pPr>
            <a:lvl5pPr marL="1250950" indent="-228600">
              <a:buFont typeface="Calibri" panose="020F0502020204030204" pitchFamily="34" charset="0"/>
              <a:buChar char="−"/>
              <a:defRPr sz="2000">
                <a:latin typeface="Browallia New" panose="020B0604020202020204" pitchFamily="34" charset="-34"/>
                <a:cs typeface="Browallia New" panose="020B0604020202020204" pitchFamily="34" charset="-34"/>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11" name="Espace réservé du contenu 2"/>
          <p:cNvSpPr>
            <a:spLocks noGrp="1"/>
          </p:cNvSpPr>
          <p:nvPr>
            <p:ph sz="quarter" idx="15"/>
          </p:nvPr>
        </p:nvSpPr>
        <p:spPr>
          <a:xfrm>
            <a:off x="6183924" y="6015038"/>
            <a:ext cx="5480695" cy="366935"/>
          </a:xfrm>
        </p:spPr>
        <p:txBody>
          <a:bodyPr/>
          <a:lstStyle>
            <a:lvl1pPr marL="0" indent="0" algn="r">
              <a:buNone/>
              <a:defRPr sz="1200" i="1"/>
            </a:lvl1pPr>
            <a:lvl2pPr>
              <a:defRPr sz="1400" i="1"/>
            </a:lvl2pPr>
            <a:lvl3pPr>
              <a:defRPr sz="1200" i="1"/>
            </a:lvl3pPr>
            <a:lvl4pPr>
              <a:buFont typeface="Arial" panose="020B0604020202020204" pitchFamily="34" charset="0"/>
              <a:buChar char="•"/>
              <a:defRPr sz="1200" i="1"/>
            </a:lvl4pPr>
            <a:lvl5pPr marL="2114550" indent="-285750">
              <a:buFont typeface="Arial" panose="020B0604020202020204" pitchFamily="34" charset="0"/>
              <a:buChar char="•"/>
              <a:defRPr sz="1800" i="1"/>
            </a:lvl5pPr>
          </a:lstStyle>
          <a:p>
            <a:pPr lvl="0"/>
            <a:r>
              <a:rPr lang="fr-FR"/>
              <a:t>Modifier les styles du texte du masque</a:t>
            </a:r>
          </a:p>
        </p:txBody>
      </p:sp>
      <p:sp>
        <p:nvSpPr>
          <p:cNvPr id="4" name="Espace réservé du texte 3"/>
          <p:cNvSpPr>
            <a:spLocks noGrp="1"/>
          </p:cNvSpPr>
          <p:nvPr>
            <p:ph type="body" sz="quarter" idx="16"/>
          </p:nvPr>
        </p:nvSpPr>
        <p:spPr>
          <a:xfrm>
            <a:off x="6183313" y="1563688"/>
            <a:ext cx="5481306" cy="4451350"/>
          </a:xfrm>
          <a:noFill/>
          <a:ln w="9525">
            <a:noFill/>
            <a:miter lim="800000"/>
            <a:headEnd/>
            <a:tailEnd/>
          </a:ln>
        </p:spPr>
        <p:txBody>
          <a:bodyPr vert="horz" wrap="square" lIns="91440" tIns="45720" rIns="91440" bIns="45720" numCol="1" anchor="t" anchorCtr="0" compatLnSpc="1">
            <a:prstTxWarp prst="textNoShape">
              <a:avLst/>
            </a:prstTxWarp>
          </a:bodyPr>
          <a:lstStyle>
            <a:lvl1pPr marL="285750" indent="-285750">
              <a:lnSpc>
                <a:spcPct val="110000"/>
              </a:lnSpc>
              <a:spcBef>
                <a:spcPts val="0"/>
              </a:spcBef>
              <a:spcAft>
                <a:spcPts val="600"/>
              </a:spcAft>
              <a:buFont typeface="Arial" panose="020B0604020202020204" pitchFamily="34" charset="0"/>
              <a:buChar char="•"/>
              <a:defRPr lang="fr-FR" dirty="0" smtClean="0">
                <a:solidFill>
                  <a:schemeClr val="tx1"/>
                </a:solidFill>
                <a:latin typeface="+mn-lt"/>
                <a:cs typeface="Browallia New" panose="020B0604020202020204" pitchFamily="34" charset="-34"/>
              </a:defRPr>
            </a:lvl1pPr>
            <a:lvl2pPr>
              <a:lnSpc>
                <a:spcPct val="110000"/>
              </a:lnSpc>
              <a:spcBef>
                <a:spcPts val="0"/>
              </a:spcBef>
              <a:spcAft>
                <a:spcPts val="600"/>
              </a:spcAft>
              <a:defRPr lang="fr-FR" dirty="0" smtClean="0">
                <a:solidFill>
                  <a:schemeClr val="tx1"/>
                </a:solidFill>
                <a:latin typeface="+mn-lt"/>
                <a:cs typeface="Browallia New" panose="020B0604020202020204" pitchFamily="34" charset="-34"/>
              </a:defRPr>
            </a:lvl2pPr>
            <a:lvl3pPr>
              <a:lnSpc>
                <a:spcPct val="110000"/>
              </a:lnSpc>
              <a:spcBef>
                <a:spcPts val="0"/>
              </a:spcBef>
              <a:spcAft>
                <a:spcPts val="600"/>
              </a:spcAft>
              <a:defRPr lang="fr-FR" dirty="0" smtClean="0">
                <a:solidFill>
                  <a:schemeClr val="tx1"/>
                </a:solidFill>
                <a:latin typeface="+mn-lt"/>
                <a:cs typeface="Browallia New" panose="020B0604020202020204" pitchFamily="34" charset="-34"/>
              </a:defRPr>
            </a:lvl3pPr>
            <a:lvl4pPr>
              <a:lnSpc>
                <a:spcPct val="110000"/>
              </a:lnSpc>
              <a:spcBef>
                <a:spcPts val="0"/>
              </a:spcBef>
              <a:spcAft>
                <a:spcPts val="600"/>
              </a:spcAft>
              <a:defRPr lang="fr-FR" dirty="0">
                <a:solidFill>
                  <a:schemeClr val="tx1"/>
                </a:solidFill>
                <a:latin typeface="+mn-lt"/>
                <a:cs typeface="Browallia New" panose="020B0604020202020204" pitchFamily="34" charset="-34"/>
              </a:defRPr>
            </a:lvl4pPr>
          </a:lstStyle>
          <a:p>
            <a:pPr lvl="0"/>
            <a:r>
              <a:rPr lang="fr-FR"/>
              <a:t>Modifier les styles du texte du masque</a:t>
            </a:r>
          </a:p>
          <a:p>
            <a:pPr lvl="1"/>
            <a:r>
              <a:rPr lang="fr-FR"/>
              <a:t>Deuxième niveau</a:t>
            </a:r>
          </a:p>
          <a:p>
            <a:pPr lvl="2"/>
            <a:r>
              <a:rPr lang="fr-FR"/>
              <a:t>Troisième niveau</a:t>
            </a:r>
          </a:p>
          <a:p>
            <a:pPr lvl="3"/>
            <a:r>
              <a:rPr lang="fr-FR"/>
              <a:t>Quatrième niveau</a:t>
            </a:r>
          </a:p>
        </p:txBody>
      </p:sp>
      <p:cxnSp>
        <p:nvCxnSpPr>
          <p:cNvPr id="14" name="Connecteur droit 13"/>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18"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19"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20" name="Connecteur droit 19"/>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Connecteur droit 20"/>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6940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sz="2800">
                <a:solidFill>
                  <a:schemeClr val="tx1"/>
                </a:solidFill>
                <a:latin typeface="Franklin Gothic Book" panose="020B0503020102020204" pitchFamily="34" charset="0"/>
              </a:defRPr>
            </a:lvl1pPr>
          </a:lstStyle>
          <a:p>
            <a:r>
              <a:rPr lang="fr-FR"/>
              <a:t>Modifiez le style du titre</a:t>
            </a:r>
          </a:p>
        </p:txBody>
      </p:sp>
      <p:sp>
        <p:nvSpPr>
          <p:cNvPr id="15" name="Rectangle 14"/>
          <p:cNvSpPr/>
          <p:nvPr/>
        </p:nvSpPr>
        <p:spPr>
          <a:xfrm>
            <a:off x="1564830" y="1696572"/>
            <a:ext cx="2052538" cy="2117454"/>
          </a:xfrm>
          <a:prstGeom prst="rect">
            <a:avLst/>
          </a:prstGeom>
          <a:solidFill>
            <a:schemeClr val="bg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a:effectLst/>
            </a:endParaRPr>
          </a:p>
        </p:txBody>
      </p:sp>
      <p:sp>
        <p:nvSpPr>
          <p:cNvPr id="17" name="Espace réservé du texte 11"/>
          <p:cNvSpPr>
            <a:spLocks noGrp="1"/>
          </p:cNvSpPr>
          <p:nvPr userDrawn="1">
            <p:ph type="body" sz="quarter" idx="17"/>
          </p:nvPr>
        </p:nvSpPr>
        <p:spPr>
          <a:xfrm>
            <a:off x="1199209" y="4593955"/>
            <a:ext cx="2783780" cy="1379079"/>
          </a:xfrm>
          <a:noFill/>
        </p:spPr>
        <p:txBody>
          <a:bodyPr/>
          <a:lstStyle>
            <a:lvl1pPr marL="0" indent="0" algn="ctr">
              <a:buNone/>
              <a:defRPr lang="fr-FR" sz="1400" kern="1200" dirty="0" smtClean="0">
                <a:solidFill>
                  <a:schemeClr val="tx1"/>
                </a:solidFill>
                <a:latin typeface="+mn-lt"/>
                <a:ea typeface="+mn-ea"/>
                <a:cs typeface="Browallia New" panose="020B0604020202020204" pitchFamily="34" charset="-34"/>
              </a:defRPr>
            </a:lvl1pPr>
            <a:lvl2pPr>
              <a:defRPr sz="1800"/>
            </a:lvl2pPr>
            <a:lvl3pPr>
              <a:defRPr sz="1800"/>
            </a:lvl3pPr>
            <a:lvl4pPr>
              <a:defRPr sz="1600"/>
            </a:lvl4pPr>
            <a:lvl5pPr>
              <a:defRPr sz="1600"/>
            </a:lvl5pPr>
          </a:lstStyle>
          <a:p>
            <a:pPr marL="0" lvl="0" indent="0" algn="ctr" rtl="0" fontAlgn="base">
              <a:spcBef>
                <a:spcPct val="20000"/>
              </a:spcBef>
              <a:spcAft>
                <a:spcPct val="0"/>
              </a:spcAft>
              <a:buFont typeface="Arial" panose="020B0604020202020204" pitchFamily="34" charset="0"/>
              <a:buNone/>
            </a:pPr>
            <a:r>
              <a:rPr lang="fr-FR"/>
              <a:t>Modifier les styles du texte du masque</a:t>
            </a:r>
          </a:p>
        </p:txBody>
      </p:sp>
      <p:sp>
        <p:nvSpPr>
          <p:cNvPr id="18" name="Espace réservé pour une image  7"/>
          <p:cNvSpPr>
            <a:spLocks noGrp="1"/>
          </p:cNvSpPr>
          <p:nvPr userDrawn="1">
            <p:ph type="pic" sz="quarter" idx="12"/>
          </p:nvPr>
        </p:nvSpPr>
        <p:spPr>
          <a:xfrm>
            <a:off x="1782319" y="1556792"/>
            <a:ext cx="1980000" cy="2090172"/>
          </a:xfrm>
        </p:spPr>
        <p:txBody>
          <a:bodyPr/>
          <a:lstStyle>
            <a:lvl1pPr marL="0" indent="0">
              <a:buNone/>
              <a:defRPr sz="1400">
                <a:solidFill>
                  <a:schemeClr val="tx1"/>
                </a:solidFill>
                <a:latin typeface="Bodoni 72 Bold"/>
              </a:defRPr>
            </a:lvl1pPr>
          </a:lstStyle>
          <a:p>
            <a:r>
              <a:rPr lang="fr-FR"/>
              <a:t>Cliquez sur l'icône pour ajouter une image</a:t>
            </a:r>
          </a:p>
        </p:txBody>
      </p:sp>
      <p:sp>
        <p:nvSpPr>
          <p:cNvPr id="20" name="Rectangle 19"/>
          <p:cNvSpPr/>
          <p:nvPr/>
        </p:nvSpPr>
        <p:spPr>
          <a:xfrm>
            <a:off x="4810819" y="1696572"/>
            <a:ext cx="2052538" cy="2117454"/>
          </a:xfrm>
          <a:prstGeom prst="rect">
            <a:avLst/>
          </a:prstGeom>
          <a:solidFill>
            <a:schemeClr val="bg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a:effectLst/>
            </a:endParaRPr>
          </a:p>
        </p:txBody>
      </p:sp>
      <p:sp>
        <p:nvSpPr>
          <p:cNvPr id="22" name="Espace réservé pour une image  7"/>
          <p:cNvSpPr>
            <a:spLocks noGrp="1"/>
          </p:cNvSpPr>
          <p:nvPr userDrawn="1">
            <p:ph type="pic" sz="quarter" idx="18"/>
          </p:nvPr>
        </p:nvSpPr>
        <p:spPr>
          <a:xfrm>
            <a:off x="5031273" y="1553644"/>
            <a:ext cx="1980000" cy="2080215"/>
          </a:xfrm>
        </p:spPr>
        <p:txBody>
          <a:bodyPr/>
          <a:lstStyle>
            <a:lvl1pPr marL="0" indent="0">
              <a:buNone/>
              <a:defRPr sz="1400">
                <a:solidFill>
                  <a:schemeClr val="tx1"/>
                </a:solidFill>
                <a:latin typeface="Bodoni 72 Bold"/>
              </a:defRPr>
            </a:lvl1pPr>
          </a:lstStyle>
          <a:p>
            <a:r>
              <a:rPr lang="fr-FR"/>
              <a:t>Cliquez sur l'icône pour ajouter une image</a:t>
            </a:r>
          </a:p>
        </p:txBody>
      </p:sp>
      <p:sp>
        <p:nvSpPr>
          <p:cNvPr id="24" name="Rectangle 23"/>
          <p:cNvSpPr/>
          <p:nvPr/>
        </p:nvSpPr>
        <p:spPr>
          <a:xfrm>
            <a:off x="8112224" y="1702220"/>
            <a:ext cx="2052538" cy="2117454"/>
          </a:xfrm>
          <a:prstGeom prst="rect">
            <a:avLst/>
          </a:prstGeom>
          <a:solidFill>
            <a:schemeClr val="bg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a:effectLst/>
            </a:endParaRPr>
          </a:p>
        </p:txBody>
      </p:sp>
      <p:sp>
        <p:nvSpPr>
          <p:cNvPr id="26" name="Espace réservé pour une image  7"/>
          <p:cNvSpPr>
            <a:spLocks noGrp="1"/>
          </p:cNvSpPr>
          <p:nvPr userDrawn="1">
            <p:ph type="pic" sz="quarter" idx="19"/>
          </p:nvPr>
        </p:nvSpPr>
        <p:spPr>
          <a:xfrm>
            <a:off x="8328247" y="1553644"/>
            <a:ext cx="1980000" cy="2080216"/>
          </a:xfrm>
        </p:spPr>
        <p:txBody>
          <a:bodyPr/>
          <a:lstStyle>
            <a:lvl1pPr marL="0" indent="0">
              <a:buNone/>
              <a:defRPr sz="1400">
                <a:solidFill>
                  <a:schemeClr val="tx1"/>
                </a:solidFill>
                <a:latin typeface="Bodoni 72 Bold"/>
              </a:defRPr>
            </a:lvl1pPr>
          </a:lstStyle>
          <a:p>
            <a:r>
              <a:rPr lang="fr-FR"/>
              <a:t>Cliquez sur l'icône pour ajouter une image</a:t>
            </a:r>
          </a:p>
        </p:txBody>
      </p:sp>
      <p:sp>
        <p:nvSpPr>
          <p:cNvPr id="30" name="Espace réservé du texte 11"/>
          <p:cNvSpPr>
            <a:spLocks noGrp="1"/>
          </p:cNvSpPr>
          <p:nvPr>
            <p:ph type="body" sz="quarter" idx="20"/>
          </p:nvPr>
        </p:nvSpPr>
        <p:spPr>
          <a:xfrm>
            <a:off x="4445198" y="4600875"/>
            <a:ext cx="2783780" cy="1379079"/>
          </a:xfrm>
          <a:noFill/>
        </p:spPr>
        <p:txBody>
          <a:bodyPr/>
          <a:lstStyle>
            <a:lvl1pPr marL="0" indent="0" algn="ctr">
              <a:buNone/>
              <a:defRPr lang="fr-FR" sz="1400" kern="1200" dirty="0" smtClean="0">
                <a:solidFill>
                  <a:schemeClr val="tx1"/>
                </a:solidFill>
                <a:latin typeface="+mn-lt"/>
                <a:ea typeface="+mn-ea"/>
                <a:cs typeface="Browallia New" panose="020B0604020202020204" pitchFamily="34" charset="-34"/>
              </a:defRPr>
            </a:lvl1pPr>
            <a:lvl2pPr>
              <a:defRPr sz="1800"/>
            </a:lvl2pPr>
            <a:lvl3pPr>
              <a:defRPr sz="1800"/>
            </a:lvl3pPr>
            <a:lvl4pPr>
              <a:defRPr sz="1600"/>
            </a:lvl4pPr>
            <a:lvl5pPr>
              <a:defRPr sz="1600"/>
            </a:lvl5pPr>
          </a:lstStyle>
          <a:p>
            <a:pPr marL="0" lvl="0" indent="0" algn="ctr" rtl="0" fontAlgn="base">
              <a:spcBef>
                <a:spcPct val="20000"/>
              </a:spcBef>
              <a:spcAft>
                <a:spcPct val="0"/>
              </a:spcAft>
              <a:buFont typeface="Arial" panose="020B0604020202020204" pitchFamily="34" charset="0"/>
              <a:buNone/>
            </a:pPr>
            <a:r>
              <a:rPr lang="fr-FR"/>
              <a:t>Modifier les styles du texte du masque</a:t>
            </a:r>
          </a:p>
        </p:txBody>
      </p:sp>
      <p:sp>
        <p:nvSpPr>
          <p:cNvPr id="31" name="Espace réservé du texte 11"/>
          <p:cNvSpPr>
            <a:spLocks noGrp="1"/>
          </p:cNvSpPr>
          <p:nvPr>
            <p:ph type="body" sz="quarter" idx="21"/>
          </p:nvPr>
        </p:nvSpPr>
        <p:spPr>
          <a:xfrm>
            <a:off x="7746603" y="4600875"/>
            <a:ext cx="2783780" cy="1379079"/>
          </a:xfrm>
          <a:noFill/>
        </p:spPr>
        <p:txBody>
          <a:bodyPr/>
          <a:lstStyle>
            <a:lvl1pPr marL="0" indent="0" algn="ctr">
              <a:buNone/>
              <a:defRPr lang="fr-FR" sz="1400" kern="1200" dirty="0" smtClean="0">
                <a:solidFill>
                  <a:schemeClr val="tx1"/>
                </a:solidFill>
                <a:latin typeface="+mn-lt"/>
                <a:ea typeface="+mn-ea"/>
                <a:cs typeface="Browallia New" panose="020B0604020202020204" pitchFamily="34" charset="-34"/>
              </a:defRPr>
            </a:lvl1pPr>
            <a:lvl2pPr>
              <a:defRPr sz="1800"/>
            </a:lvl2pPr>
            <a:lvl3pPr>
              <a:defRPr sz="1800"/>
            </a:lvl3pPr>
            <a:lvl4pPr>
              <a:defRPr sz="1600"/>
            </a:lvl4pPr>
            <a:lvl5pPr>
              <a:defRPr sz="1600"/>
            </a:lvl5pPr>
          </a:lstStyle>
          <a:p>
            <a:pPr marL="0" lvl="0" indent="0" algn="ctr" rtl="0" fontAlgn="base">
              <a:spcBef>
                <a:spcPct val="20000"/>
              </a:spcBef>
              <a:spcAft>
                <a:spcPct val="0"/>
              </a:spcAft>
              <a:buFont typeface="Arial" panose="020B0604020202020204" pitchFamily="34" charset="0"/>
              <a:buNone/>
            </a:pPr>
            <a:r>
              <a:rPr lang="fr-FR"/>
              <a:t>Modifier les styles du texte du masque</a:t>
            </a:r>
          </a:p>
        </p:txBody>
      </p:sp>
      <p:sp>
        <p:nvSpPr>
          <p:cNvPr id="6" name="Espace réservé du contenu 5"/>
          <p:cNvSpPr>
            <a:spLocks noGrp="1"/>
          </p:cNvSpPr>
          <p:nvPr>
            <p:ph sz="quarter" idx="22"/>
          </p:nvPr>
        </p:nvSpPr>
        <p:spPr>
          <a:xfrm>
            <a:off x="1198563" y="4264025"/>
            <a:ext cx="2784475" cy="330200"/>
          </a:xfrm>
        </p:spPr>
        <p:txBody>
          <a:bodyPr/>
          <a:lstStyle>
            <a:lvl1pPr marL="0" indent="0" algn="ctr">
              <a:buNone/>
              <a:defRPr sz="1600" b="1">
                <a:solidFill>
                  <a:schemeClr val="tx1"/>
                </a:solidFill>
              </a:defRPr>
            </a:lvl1pPr>
          </a:lstStyle>
          <a:p>
            <a:pPr lvl="0"/>
            <a:r>
              <a:rPr lang="fr-FR"/>
              <a:t>Modifier les styles du texte du masque</a:t>
            </a:r>
          </a:p>
        </p:txBody>
      </p:sp>
      <p:sp>
        <p:nvSpPr>
          <p:cNvPr id="8" name="Espace réservé du contenu 7"/>
          <p:cNvSpPr>
            <a:spLocks noGrp="1"/>
          </p:cNvSpPr>
          <p:nvPr>
            <p:ph sz="quarter" idx="23"/>
          </p:nvPr>
        </p:nvSpPr>
        <p:spPr>
          <a:xfrm>
            <a:off x="4445000" y="4248150"/>
            <a:ext cx="2784475" cy="346075"/>
          </a:xfrm>
        </p:spPr>
        <p:txBody>
          <a:bodyPr/>
          <a:lstStyle>
            <a:lvl1pPr marL="0" indent="0" algn="ctr">
              <a:buNone/>
              <a:defRPr sz="1600" b="1">
                <a:solidFill>
                  <a:schemeClr val="tx1"/>
                </a:solidFill>
              </a:defRPr>
            </a:lvl1pPr>
          </a:lstStyle>
          <a:p>
            <a:pPr lvl="0"/>
            <a:r>
              <a:rPr lang="fr-FR"/>
              <a:t>Modifier les styles du texte du masque</a:t>
            </a:r>
          </a:p>
        </p:txBody>
      </p:sp>
      <p:sp>
        <p:nvSpPr>
          <p:cNvPr id="10" name="Espace réservé du contenu 9"/>
          <p:cNvSpPr>
            <a:spLocks noGrp="1"/>
          </p:cNvSpPr>
          <p:nvPr>
            <p:ph sz="quarter" idx="24"/>
          </p:nvPr>
        </p:nvSpPr>
        <p:spPr>
          <a:xfrm>
            <a:off x="7747000" y="4248150"/>
            <a:ext cx="2782888" cy="346075"/>
          </a:xfrm>
        </p:spPr>
        <p:txBody>
          <a:bodyPr/>
          <a:lstStyle>
            <a:lvl1pPr marL="0" indent="0" algn="ctr">
              <a:buNone/>
              <a:defRPr sz="1600" b="1">
                <a:solidFill>
                  <a:schemeClr val="tx1"/>
                </a:solidFill>
              </a:defRPr>
            </a:lvl1pPr>
          </a:lstStyle>
          <a:p>
            <a:pPr lvl="0"/>
            <a:r>
              <a:rPr lang="fr-FR"/>
              <a:t>Modifier les styles du texte du masque</a:t>
            </a:r>
          </a:p>
        </p:txBody>
      </p:sp>
      <p:cxnSp>
        <p:nvCxnSpPr>
          <p:cNvPr id="23" name="Connecteur droit 22"/>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28"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29"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32" name="Connecteur droit 31"/>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Connecteur droit 32"/>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98853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position personnalisée-2">
    <p:spTree>
      <p:nvGrpSpPr>
        <p:cNvPr id="1" name=""/>
        <p:cNvGrpSpPr/>
        <p:nvPr/>
      </p:nvGrpSpPr>
      <p:grpSpPr>
        <a:xfrm>
          <a:off x="0" y="0"/>
          <a:ext cx="0" cy="0"/>
          <a:chOff x="0" y="0"/>
          <a:chExt cx="0" cy="0"/>
        </a:xfrm>
      </p:grpSpPr>
      <p:sp>
        <p:nvSpPr>
          <p:cNvPr id="14" name="Ellipse 13"/>
          <p:cNvSpPr/>
          <p:nvPr userDrawn="1"/>
        </p:nvSpPr>
        <p:spPr>
          <a:xfrm>
            <a:off x="1557949" y="1771234"/>
            <a:ext cx="1875600" cy="187379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p:cNvSpPr>
            <a:spLocks noGrp="1"/>
          </p:cNvSpPr>
          <p:nvPr>
            <p:ph type="title"/>
          </p:nvPr>
        </p:nvSpPr>
        <p:spPr/>
        <p:txBody>
          <a:bodyPr/>
          <a:lstStyle>
            <a:lvl1pPr>
              <a:defRPr sz="2800">
                <a:solidFill>
                  <a:schemeClr val="tx1"/>
                </a:solidFill>
              </a:defRPr>
            </a:lvl1pPr>
          </a:lstStyle>
          <a:p>
            <a:r>
              <a:rPr lang="fr-FR"/>
              <a:t>Modifiez le style du titre</a:t>
            </a:r>
          </a:p>
        </p:txBody>
      </p:sp>
      <p:sp>
        <p:nvSpPr>
          <p:cNvPr id="6" name="Espace réservé pour une image  9"/>
          <p:cNvSpPr>
            <a:spLocks noGrp="1"/>
          </p:cNvSpPr>
          <p:nvPr>
            <p:ph type="pic" sz="quarter" idx="17" hasCustomPrompt="1"/>
          </p:nvPr>
        </p:nvSpPr>
        <p:spPr>
          <a:xfrm>
            <a:off x="1700120" y="1711816"/>
            <a:ext cx="1875600" cy="1873790"/>
          </a:xfrm>
          <a:prstGeom prst="ellipse">
            <a:avLst/>
          </a:prstGeom>
        </p:spPr>
        <p:txBody>
          <a:bodyPr/>
          <a:lstStyle>
            <a:lvl1pPr marL="0" indent="0" algn="ctr">
              <a:buNone/>
              <a:defRPr sz="1108" i="1" baseline="0">
                <a:solidFill>
                  <a:schemeClr val="tx1"/>
                </a:solidFill>
              </a:defRPr>
            </a:lvl1pPr>
          </a:lstStyle>
          <a:p>
            <a:r>
              <a:rPr lang="en-US"/>
              <a:t>Click to add</a:t>
            </a:r>
            <a:br>
              <a:rPr lang="en-US"/>
            </a:br>
            <a:r>
              <a:rPr lang="en-US"/>
              <a:t>a picture</a:t>
            </a:r>
          </a:p>
        </p:txBody>
      </p:sp>
      <p:sp>
        <p:nvSpPr>
          <p:cNvPr id="15" name="Ellipse 14"/>
          <p:cNvSpPr/>
          <p:nvPr userDrawn="1"/>
        </p:nvSpPr>
        <p:spPr>
          <a:xfrm>
            <a:off x="5158349" y="1771234"/>
            <a:ext cx="1875600" cy="187379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space réservé pour une image  9"/>
          <p:cNvSpPr>
            <a:spLocks noGrp="1"/>
          </p:cNvSpPr>
          <p:nvPr>
            <p:ph type="pic" sz="quarter" idx="23" hasCustomPrompt="1"/>
          </p:nvPr>
        </p:nvSpPr>
        <p:spPr>
          <a:xfrm>
            <a:off x="5300520" y="1711816"/>
            <a:ext cx="1875600" cy="1873790"/>
          </a:xfrm>
          <a:prstGeom prst="ellipse">
            <a:avLst/>
          </a:prstGeom>
        </p:spPr>
        <p:txBody>
          <a:bodyPr/>
          <a:lstStyle>
            <a:lvl1pPr marL="0" indent="0" algn="ctr">
              <a:buNone/>
              <a:defRPr sz="1108" i="1" baseline="0">
                <a:solidFill>
                  <a:schemeClr val="tx1"/>
                </a:solidFill>
              </a:defRPr>
            </a:lvl1pPr>
          </a:lstStyle>
          <a:p>
            <a:r>
              <a:rPr lang="en-US"/>
              <a:t>Click to add</a:t>
            </a:r>
            <a:br>
              <a:rPr lang="en-US"/>
            </a:br>
            <a:r>
              <a:rPr lang="en-US"/>
              <a:t>a picture</a:t>
            </a:r>
          </a:p>
        </p:txBody>
      </p:sp>
      <p:sp>
        <p:nvSpPr>
          <p:cNvPr id="17" name="Ellipse 16"/>
          <p:cNvSpPr/>
          <p:nvPr userDrawn="1"/>
        </p:nvSpPr>
        <p:spPr>
          <a:xfrm>
            <a:off x="8758749" y="1771234"/>
            <a:ext cx="1875600" cy="187379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space réservé pour une image  9"/>
          <p:cNvSpPr>
            <a:spLocks noGrp="1"/>
          </p:cNvSpPr>
          <p:nvPr>
            <p:ph type="pic" sz="quarter" idx="24" hasCustomPrompt="1"/>
          </p:nvPr>
        </p:nvSpPr>
        <p:spPr>
          <a:xfrm>
            <a:off x="8900920" y="1711816"/>
            <a:ext cx="1875600" cy="1873790"/>
          </a:xfrm>
          <a:prstGeom prst="ellipse">
            <a:avLst/>
          </a:prstGeom>
        </p:spPr>
        <p:txBody>
          <a:bodyPr/>
          <a:lstStyle>
            <a:lvl1pPr marL="0" indent="0" algn="ctr">
              <a:buNone/>
              <a:defRPr sz="1108" i="1" baseline="0">
                <a:solidFill>
                  <a:schemeClr val="tx1"/>
                </a:solidFill>
              </a:defRPr>
            </a:lvl1pPr>
          </a:lstStyle>
          <a:p>
            <a:r>
              <a:rPr lang="en-US"/>
              <a:t>Click to add</a:t>
            </a:r>
            <a:br>
              <a:rPr lang="en-US"/>
            </a:br>
            <a:r>
              <a:rPr lang="en-US"/>
              <a:t>a picture</a:t>
            </a:r>
          </a:p>
        </p:txBody>
      </p:sp>
      <p:sp>
        <p:nvSpPr>
          <p:cNvPr id="22" name="Espace réservé du texte 11"/>
          <p:cNvSpPr>
            <a:spLocks noGrp="1"/>
          </p:cNvSpPr>
          <p:nvPr>
            <p:ph type="body" sz="quarter" idx="25"/>
          </p:nvPr>
        </p:nvSpPr>
        <p:spPr>
          <a:xfrm>
            <a:off x="983020" y="4257071"/>
            <a:ext cx="3062158" cy="1617045"/>
          </a:xfrm>
          <a:noFill/>
        </p:spPr>
        <p:txBody>
          <a:bodyPr/>
          <a:lstStyle>
            <a:lvl1pPr marL="0" indent="0" algn="ctr">
              <a:buNone/>
              <a:defRPr lang="fr-FR" sz="1400" kern="1200" dirty="0" smtClean="0">
                <a:solidFill>
                  <a:schemeClr val="tx1"/>
                </a:solidFill>
                <a:latin typeface="+mn-lt"/>
                <a:ea typeface="+mn-ea"/>
                <a:cs typeface="Browallia New" panose="020B0604020202020204" pitchFamily="34" charset="-34"/>
              </a:defRPr>
            </a:lvl1pPr>
            <a:lvl2pPr>
              <a:defRPr sz="1800"/>
            </a:lvl2pPr>
            <a:lvl3pPr>
              <a:defRPr sz="1800"/>
            </a:lvl3pPr>
            <a:lvl4pPr>
              <a:defRPr sz="1600"/>
            </a:lvl4pPr>
            <a:lvl5pPr>
              <a:defRPr sz="1600"/>
            </a:lvl5pPr>
          </a:lstStyle>
          <a:p>
            <a:pPr marL="0" lvl="0" indent="0" algn="ctr" rtl="0" fontAlgn="base">
              <a:spcBef>
                <a:spcPct val="20000"/>
              </a:spcBef>
              <a:spcAft>
                <a:spcPct val="0"/>
              </a:spcAft>
              <a:buFont typeface="Arial" panose="020B0604020202020204" pitchFamily="34" charset="0"/>
              <a:buNone/>
            </a:pPr>
            <a:r>
              <a:rPr lang="fr-FR"/>
              <a:t>Modifier les styles du texte du masque</a:t>
            </a:r>
          </a:p>
        </p:txBody>
      </p:sp>
      <p:sp>
        <p:nvSpPr>
          <p:cNvPr id="23" name="Espace réservé du texte 11"/>
          <p:cNvSpPr>
            <a:spLocks noGrp="1"/>
          </p:cNvSpPr>
          <p:nvPr>
            <p:ph type="body" sz="quarter" idx="20"/>
          </p:nvPr>
        </p:nvSpPr>
        <p:spPr>
          <a:xfrm>
            <a:off x="4604389" y="4263991"/>
            <a:ext cx="3062158" cy="1617045"/>
          </a:xfrm>
          <a:noFill/>
        </p:spPr>
        <p:txBody>
          <a:bodyPr/>
          <a:lstStyle>
            <a:lvl1pPr marL="0" indent="0" algn="ctr">
              <a:buNone/>
              <a:defRPr lang="fr-FR" sz="1400" kern="1200" dirty="0" smtClean="0">
                <a:solidFill>
                  <a:schemeClr val="tx1"/>
                </a:solidFill>
                <a:latin typeface="+mn-lt"/>
                <a:ea typeface="+mn-ea"/>
                <a:cs typeface="Browallia New" panose="020B0604020202020204" pitchFamily="34" charset="-34"/>
              </a:defRPr>
            </a:lvl1pPr>
            <a:lvl2pPr>
              <a:defRPr sz="1800"/>
            </a:lvl2pPr>
            <a:lvl3pPr>
              <a:defRPr sz="1800"/>
            </a:lvl3pPr>
            <a:lvl4pPr>
              <a:defRPr sz="1600"/>
            </a:lvl4pPr>
            <a:lvl5pPr>
              <a:defRPr sz="1600"/>
            </a:lvl5pPr>
          </a:lstStyle>
          <a:p>
            <a:pPr marL="0" lvl="0" indent="0" algn="ctr" rtl="0" fontAlgn="base">
              <a:spcBef>
                <a:spcPct val="20000"/>
              </a:spcBef>
              <a:spcAft>
                <a:spcPct val="0"/>
              </a:spcAft>
              <a:buFont typeface="Arial" panose="020B0604020202020204" pitchFamily="34" charset="0"/>
              <a:buNone/>
            </a:pPr>
            <a:r>
              <a:rPr lang="fr-FR"/>
              <a:t>Modifier les styles du texte du masque</a:t>
            </a:r>
          </a:p>
        </p:txBody>
      </p:sp>
      <p:sp>
        <p:nvSpPr>
          <p:cNvPr id="24" name="Espace réservé du texte 11"/>
          <p:cNvSpPr>
            <a:spLocks noGrp="1"/>
          </p:cNvSpPr>
          <p:nvPr>
            <p:ph type="body" sz="quarter" idx="21"/>
          </p:nvPr>
        </p:nvSpPr>
        <p:spPr>
          <a:xfrm>
            <a:off x="8233057" y="4263991"/>
            <a:ext cx="3062158" cy="1617045"/>
          </a:xfrm>
          <a:noFill/>
        </p:spPr>
        <p:txBody>
          <a:bodyPr/>
          <a:lstStyle>
            <a:lvl1pPr marL="0" indent="0" algn="ctr">
              <a:buNone/>
              <a:defRPr lang="fr-FR" sz="1400" kern="1200" dirty="0" smtClean="0">
                <a:solidFill>
                  <a:schemeClr val="tx1"/>
                </a:solidFill>
                <a:latin typeface="+mn-lt"/>
                <a:ea typeface="+mn-ea"/>
                <a:cs typeface="Browallia New" panose="020B0604020202020204" pitchFamily="34" charset="-34"/>
              </a:defRPr>
            </a:lvl1pPr>
            <a:lvl2pPr>
              <a:defRPr sz="1800"/>
            </a:lvl2pPr>
            <a:lvl3pPr>
              <a:defRPr sz="1800"/>
            </a:lvl3pPr>
            <a:lvl4pPr>
              <a:defRPr sz="1600"/>
            </a:lvl4pPr>
            <a:lvl5pPr>
              <a:defRPr sz="1600"/>
            </a:lvl5pPr>
          </a:lstStyle>
          <a:p>
            <a:pPr marL="0" lvl="0" indent="0" algn="ctr" rtl="0" fontAlgn="base">
              <a:spcBef>
                <a:spcPct val="20000"/>
              </a:spcBef>
              <a:spcAft>
                <a:spcPct val="0"/>
              </a:spcAft>
              <a:buFont typeface="Arial" panose="020B0604020202020204" pitchFamily="34" charset="0"/>
              <a:buNone/>
            </a:pPr>
            <a:r>
              <a:rPr lang="fr-FR"/>
              <a:t>Modifier les styles du texte du masque</a:t>
            </a:r>
          </a:p>
        </p:txBody>
      </p:sp>
      <p:sp>
        <p:nvSpPr>
          <p:cNvPr id="25" name="Espace réservé du contenu 5"/>
          <p:cNvSpPr>
            <a:spLocks noGrp="1"/>
          </p:cNvSpPr>
          <p:nvPr>
            <p:ph sz="quarter" idx="22"/>
          </p:nvPr>
        </p:nvSpPr>
        <p:spPr>
          <a:xfrm>
            <a:off x="982339" y="3927141"/>
            <a:ext cx="3062923" cy="330200"/>
          </a:xfrm>
        </p:spPr>
        <p:txBody>
          <a:bodyPr/>
          <a:lstStyle>
            <a:lvl1pPr marL="0" indent="0" algn="ctr">
              <a:buNone/>
              <a:defRPr sz="1600" b="1">
                <a:solidFill>
                  <a:schemeClr val="tx1"/>
                </a:solidFill>
              </a:defRPr>
            </a:lvl1pPr>
          </a:lstStyle>
          <a:p>
            <a:pPr lvl="0"/>
            <a:r>
              <a:rPr lang="fr-FR"/>
              <a:t>Modifier les styles du texte du masque</a:t>
            </a:r>
          </a:p>
        </p:txBody>
      </p:sp>
      <p:sp>
        <p:nvSpPr>
          <p:cNvPr id="26" name="Espace réservé du contenu 7"/>
          <p:cNvSpPr>
            <a:spLocks noGrp="1"/>
          </p:cNvSpPr>
          <p:nvPr>
            <p:ph sz="quarter" idx="26"/>
          </p:nvPr>
        </p:nvSpPr>
        <p:spPr>
          <a:xfrm>
            <a:off x="4604156" y="3911266"/>
            <a:ext cx="3062923" cy="346075"/>
          </a:xfrm>
        </p:spPr>
        <p:txBody>
          <a:bodyPr/>
          <a:lstStyle>
            <a:lvl1pPr marL="0" indent="0" algn="ctr">
              <a:buNone/>
              <a:defRPr sz="1600" b="1">
                <a:solidFill>
                  <a:schemeClr val="tx1"/>
                </a:solidFill>
              </a:defRPr>
            </a:lvl1pPr>
          </a:lstStyle>
          <a:p>
            <a:pPr lvl="0"/>
            <a:r>
              <a:rPr lang="fr-FR"/>
              <a:t>Modifier les styles du texte du masque</a:t>
            </a:r>
          </a:p>
        </p:txBody>
      </p:sp>
      <p:sp>
        <p:nvSpPr>
          <p:cNvPr id="27" name="Espace réservé du contenu 9"/>
          <p:cNvSpPr>
            <a:spLocks noGrp="1"/>
          </p:cNvSpPr>
          <p:nvPr>
            <p:ph sz="quarter" idx="27"/>
          </p:nvPr>
        </p:nvSpPr>
        <p:spPr>
          <a:xfrm>
            <a:off x="8233499" y="3911266"/>
            <a:ext cx="3061177" cy="346075"/>
          </a:xfrm>
        </p:spPr>
        <p:txBody>
          <a:bodyPr/>
          <a:lstStyle>
            <a:lvl1pPr marL="0" indent="0" algn="ctr">
              <a:buNone/>
              <a:defRPr sz="1600" b="1">
                <a:solidFill>
                  <a:schemeClr val="tx1"/>
                </a:solidFill>
              </a:defRPr>
            </a:lvl1pPr>
          </a:lstStyle>
          <a:p>
            <a:pPr lvl="0"/>
            <a:r>
              <a:rPr lang="fr-FR"/>
              <a:t>Modifier les styles du texte du masque</a:t>
            </a:r>
          </a:p>
        </p:txBody>
      </p:sp>
      <p:cxnSp>
        <p:nvCxnSpPr>
          <p:cNvPr id="20" name="Connecteur droit 19"/>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31"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32"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33" name="Connecteur droit 32"/>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Connecteur droit 33"/>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4313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lide Contexte-Enjeux-Objectifs-2">
    <p:spTree>
      <p:nvGrpSpPr>
        <p:cNvPr id="1" name=""/>
        <p:cNvGrpSpPr/>
        <p:nvPr/>
      </p:nvGrpSpPr>
      <p:grpSpPr>
        <a:xfrm>
          <a:off x="0" y="0"/>
          <a:ext cx="0" cy="0"/>
          <a:chOff x="0" y="0"/>
          <a:chExt cx="0" cy="0"/>
        </a:xfrm>
      </p:grpSpPr>
      <p:sp>
        <p:nvSpPr>
          <p:cNvPr id="3" name="Titre 1"/>
          <p:cNvSpPr>
            <a:spLocks noGrp="1"/>
          </p:cNvSpPr>
          <p:nvPr>
            <p:ph type="title"/>
          </p:nvPr>
        </p:nvSpPr>
        <p:spPr>
          <a:xfrm>
            <a:off x="517793" y="188640"/>
            <a:ext cx="11147158" cy="865186"/>
          </a:xfrm>
        </p:spPr>
        <p:txBody>
          <a:bodyPr/>
          <a:lstStyle>
            <a:lvl1pPr>
              <a:defRPr sz="2800">
                <a:solidFill>
                  <a:schemeClr val="tx1"/>
                </a:solidFill>
              </a:defRPr>
            </a:lvl1pPr>
          </a:lstStyle>
          <a:p>
            <a:r>
              <a:rPr lang="fr-FR"/>
              <a:t>Modifiez le style du titre</a:t>
            </a:r>
          </a:p>
        </p:txBody>
      </p:sp>
      <p:sp>
        <p:nvSpPr>
          <p:cNvPr id="16" name="Espace réservé du texte 6"/>
          <p:cNvSpPr>
            <a:spLocks noGrp="1"/>
          </p:cNvSpPr>
          <p:nvPr>
            <p:ph type="body" sz="quarter" idx="18"/>
          </p:nvPr>
        </p:nvSpPr>
        <p:spPr>
          <a:xfrm>
            <a:off x="527382" y="1654298"/>
            <a:ext cx="5760000" cy="2542060"/>
          </a:xfrm>
          <a:ln w="19050">
            <a:solidFill>
              <a:srgbClr val="C00000"/>
            </a:solidFill>
          </a:ln>
        </p:spPr>
        <p:txBody>
          <a:bodyPr lIns="108000" tIns="252000" rIns="108000"/>
          <a:lstStyle>
            <a:lvl1pPr marL="285750" indent="-285750">
              <a:lnSpc>
                <a:spcPct val="110000"/>
              </a:lnSpc>
              <a:spcBef>
                <a:spcPts val="0"/>
              </a:spcBef>
              <a:spcAft>
                <a:spcPts val="600"/>
              </a:spcAft>
              <a:buFont typeface="Arial" panose="020B0604020202020204" pitchFamily="34" charset="0"/>
              <a:buChar char="•"/>
              <a:defRPr>
                <a:solidFill>
                  <a:schemeClr val="tx1"/>
                </a:solidFill>
              </a:defRPr>
            </a:lvl1pPr>
            <a:lvl2pPr>
              <a:lnSpc>
                <a:spcPct val="110000"/>
              </a:lnSpc>
              <a:spcBef>
                <a:spcPts val="0"/>
              </a:spcBef>
              <a:spcAft>
                <a:spcPts val="600"/>
              </a:spcAft>
              <a:defRPr>
                <a:solidFill>
                  <a:schemeClr val="tx1"/>
                </a:solidFill>
              </a:defRPr>
            </a:lvl2pPr>
            <a:lvl3pPr>
              <a:lnSpc>
                <a:spcPct val="110000"/>
              </a:lnSpc>
              <a:spcBef>
                <a:spcPts val="0"/>
              </a:spcBef>
              <a:spcAft>
                <a:spcPts val="600"/>
              </a:spcAft>
              <a:defRPr>
                <a:solidFill>
                  <a:schemeClr val="tx1"/>
                </a:solidFill>
              </a:defRPr>
            </a:lvl3pPr>
            <a:lvl4pPr marL="1025525" indent="-285750">
              <a:lnSpc>
                <a:spcPct val="110000"/>
              </a:lnSpc>
              <a:spcBef>
                <a:spcPts val="0"/>
              </a:spcBef>
              <a:spcAft>
                <a:spcPts val="600"/>
              </a:spcAft>
              <a:buFont typeface="Segoe UI" panose="020B0502040204020203" pitchFamily="34" charset="0"/>
              <a:buChar char="‑"/>
              <a:defRPr>
                <a:solidFill>
                  <a:schemeClr val="tx1"/>
                </a:solidFill>
              </a:defRPr>
            </a:lvl4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17" name="Espace réservé du texte 4"/>
          <p:cNvSpPr>
            <a:spLocks noGrp="1"/>
          </p:cNvSpPr>
          <p:nvPr>
            <p:ph type="body" sz="quarter" idx="16"/>
          </p:nvPr>
        </p:nvSpPr>
        <p:spPr>
          <a:xfrm>
            <a:off x="1206710" y="1496197"/>
            <a:ext cx="4714019" cy="317500"/>
          </a:xfrm>
          <a:solidFill>
            <a:schemeClr val="bg1"/>
          </a:solidFill>
        </p:spPr>
        <p:txBody>
          <a:bodyPr/>
          <a:lstStyle>
            <a:lvl1pPr marL="0" indent="0" algn="ctr">
              <a:buNone/>
              <a:defRPr b="1">
                <a:solidFill>
                  <a:schemeClr val="tx1"/>
                </a:solidFill>
              </a:defRPr>
            </a:lvl1pPr>
          </a:lstStyle>
          <a:p>
            <a:pPr lvl="0"/>
            <a:r>
              <a:rPr lang="fr-FR"/>
              <a:t>Modifier les styles du texte du masque</a:t>
            </a:r>
          </a:p>
        </p:txBody>
      </p:sp>
      <p:sp>
        <p:nvSpPr>
          <p:cNvPr id="28" name="Espace réservé du texte 17"/>
          <p:cNvSpPr>
            <a:spLocks noGrp="1"/>
          </p:cNvSpPr>
          <p:nvPr>
            <p:ph type="body" sz="quarter" idx="21"/>
          </p:nvPr>
        </p:nvSpPr>
        <p:spPr>
          <a:xfrm>
            <a:off x="6624619" y="1654297"/>
            <a:ext cx="5040000" cy="2542060"/>
          </a:xfrm>
          <a:ln w="19050">
            <a:solidFill>
              <a:srgbClr val="C00000"/>
            </a:solidFill>
          </a:ln>
        </p:spPr>
        <p:txBody>
          <a:bodyPr lIns="108000" tIns="252000" rIns="108000"/>
          <a:lstStyle>
            <a:lvl1pPr>
              <a:lnSpc>
                <a:spcPct val="110000"/>
              </a:lnSpc>
              <a:spcBef>
                <a:spcPts val="0"/>
              </a:spcBef>
              <a:spcAft>
                <a:spcPts val="600"/>
              </a:spcAft>
              <a:defRPr>
                <a:solidFill>
                  <a:schemeClr val="tx1"/>
                </a:solidFill>
              </a:defRPr>
            </a:lvl1pPr>
            <a:lvl2pPr>
              <a:lnSpc>
                <a:spcPct val="110000"/>
              </a:lnSpc>
              <a:spcBef>
                <a:spcPts val="0"/>
              </a:spcBef>
              <a:spcAft>
                <a:spcPts val="600"/>
              </a:spcAft>
              <a:defRPr>
                <a:solidFill>
                  <a:schemeClr val="tx1"/>
                </a:solidFill>
              </a:defRPr>
            </a:lvl2pPr>
            <a:lvl3pPr>
              <a:lnSpc>
                <a:spcPct val="110000"/>
              </a:lnSpc>
              <a:spcBef>
                <a:spcPts val="0"/>
              </a:spcBef>
              <a:spcAft>
                <a:spcPts val="600"/>
              </a:spcAft>
              <a:defRPr>
                <a:solidFill>
                  <a:schemeClr val="tx1"/>
                </a:solidFill>
              </a:defRPr>
            </a:lvl3pPr>
            <a:lvl4pPr marL="1025525" indent="-285750">
              <a:lnSpc>
                <a:spcPct val="110000"/>
              </a:lnSpc>
              <a:spcBef>
                <a:spcPts val="0"/>
              </a:spcBef>
              <a:spcAft>
                <a:spcPts val="600"/>
              </a:spcAft>
              <a:buFont typeface="Segoe UI" panose="020B0502040204020203" pitchFamily="34" charset="0"/>
              <a:buChar char="‑"/>
              <a:defRPr>
                <a:solidFill>
                  <a:schemeClr val="tx1"/>
                </a:solidFill>
              </a:defRPr>
            </a:lvl4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29" name="Espace réservé du texte 4"/>
          <p:cNvSpPr>
            <a:spLocks noGrp="1"/>
          </p:cNvSpPr>
          <p:nvPr>
            <p:ph type="body" sz="quarter" idx="17"/>
          </p:nvPr>
        </p:nvSpPr>
        <p:spPr>
          <a:xfrm>
            <a:off x="6963134" y="1512020"/>
            <a:ext cx="4714019" cy="317500"/>
          </a:xfrm>
          <a:solidFill>
            <a:schemeClr val="bg1"/>
          </a:solidFill>
        </p:spPr>
        <p:txBody>
          <a:bodyPr/>
          <a:lstStyle>
            <a:lvl1pPr marL="0" indent="0" algn="ctr">
              <a:buNone/>
              <a:defRPr b="1">
                <a:solidFill>
                  <a:schemeClr val="tx1"/>
                </a:solidFill>
              </a:defRPr>
            </a:lvl1pPr>
          </a:lstStyle>
          <a:p>
            <a:pPr lvl="0"/>
            <a:r>
              <a:rPr lang="fr-FR"/>
              <a:t>Modifier les styles du texte du masque</a:t>
            </a:r>
          </a:p>
        </p:txBody>
      </p:sp>
      <p:sp>
        <p:nvSpPr>
          <p:cNvPr id="12" name="Espace réservé du texte 19"/>
          <p:cNvSpPr>
            <a:spLocks noGrp="1"/>
          </p:cNvSpPr>
          <p:nvPr>
            <p:ph type="body" sz="quarter" idx="22"/>
          </p:nvPr>
        </p:nvSpPr>
        <p:spPr>
          <a:xfrm>
            <a:off x="731520" y="4711052"/>
            <a:ext cx="10933099" cy="1364312"/>
          </a:xfrm>
          <a:prstGeom prst="roundRect">
            <a:avLst>
              <a:gd name="adj" fmla="val 23335"/>
            </a:avLst>
          </a:prstGeom>
          <a:solidFill>
            <a:schemeClr val="bg1">
              <a:lumMod val="85000"/>
            </a:schemeClr>
          </a:solidFill>
        </p:spPr>
        <p:txBody>
          <a:bodyPr/>
          <a:lstStyle>
            <a:lvl1pPr marL="2868613" indent="-285750">
              <a:buFont typeface="Wingdings" panose="05000000000000000000" pitchFamily="2" charset="2"/>
              <a:buChar char="ü"/>
              <a:defRPr/>
            </a:lvl1pPr>
          </a:lstStyle>
          <a:p>
            <a:pPr lvl="0"/>
            <a:r>
              <a:rPr lang="fr-FR"/>
              <a:t>Modifier les styles du texte du masque</a:t>
            </a:r>
          </a:p>
        </p:txBody>
      </p:sp>
      <p:cxnSp>
        <p:nvCxnSpPr>
          <p:cNvPr id="15" name="Connecteur droit 14"/>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20"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21"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22" name="Connecteur droit 21"/>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Connecteur droit 22"/>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56047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oom Missi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sz="2800">
                <a:solidFill>
                  <a:schemeClr val="tx1"/>
                </a:solidFill>
              </a:defRPr>
            </a:lvl1pPr>
          </a:lstStyle>
          <a:p>
            <a:r>
              <a:rPr lang="fr-FR"/>
              <a:t>Modifiez le style du titre</a:t>
            </a:r>
          </a:p>
        </p:txBody>
      </p:sp>
      <p:sp>
        <p:nvSpPr>
          <p:cNvPr id="4" name="Espace réservé du texte 3"/>
          <p:cNvSpPr>
            <a:spLocks noGrp="1"/>
          </p:cNvSpPr>
          <p:nvPr>
            <p:ph type="body" sz="quarter" idx="10"/>
          </p:nvPr>
        </p:nvSpPr>
        <p:spPr>
          <a:xfrm>
            <a:off x="527382" y="1307805"/>
            <a:ext cx="685468" cy="1541055"/>
          </a:xfrm>
          <a:solidFill>
            <a:schemeClr val="tx1"/>
          </a:solidFill>
        </p:spPr>
        <p:txBody>
          <a:bodyPr vert="vert270" anchor="ctr" anchorCtr="0"/>
          <a:lstStyle>
            <a:lvl1pPr marL="0" indent="0" algn="ctr">
              <a:buNone/>
              <a:defRPr sz="2000">
                <a:solidFill>
                  <a:schemeClr val="bg1"/>
                </a:solidFill>
                <a:latin typeface="+mj-lt"/>
              </a:defRPr>
            </a:lvl1pPr>
            <a:lvl2pPr marL="269875" indent="0">
              <a:buNone/>
              <a:defRPr>
                <a:latin typeface="+mj-lt"/>
              </a:defRPr>
            </a:lvl2pPr>
            <a:lvl3pPr marL="577850" indent="0">
              <a:buNone/>
              <a:defRPr>
                <a:latin typeface="+mj-lt"/>
              </a:defRPr>
            </a:lvl3pPr>
            <a:lvl4pPr marL="739775" indent="0">
              <a:buFont typeface="Arial" panose="020B0604020202020204" pitchFamily="34" charset="0"/>
              <a:buNone/>
              <a:defRPr>
                <a:latin typeface="+mj-lt"/>
              </a:defRPr>
            </a:lvl4pPr>
            <a:lvl5pPr marL="1828800" indent="0">
              <a:buFont typeface="Arial" panose="020B0604020202020204" pitchFamily="34" charset="0"/>
              <a:buNone/>
              <a:defRPr>
                <a:latin typeface="+mj-lt"/>
              </a:defRPr>
            </a:lvl5pPr>
          </a:lstStyle>
          <a:p>
            <a:pPr lvl="0"/>
            <a:r>
              <a:rPr lang="fr-FR"/>
              <a:t>Modifier les styles du texte du masque</a:t>
            </a:r>
          </a:p>
        </p:txBody>
      </p:sp>
      <p:sp>
        <p:nvSpPr>
          <p:cNvPr id="5" name="Espace réservé du texte 3"/>
          <p:cNvSpPr>
            <a:spLocks noGrp="1"/>
          </p:cNvSpPr>
          <p:nvPr>
            <p:ph type="body" sz="quarter" idx="11"/>
          </p:nvPr>
        </p:nvSpPr>
        <p:spPr>
          <a:xfrm>
            <a:off x="527382" y="2966807"/>
            <a:ext cx="685468" cy="1541055"/>
          </a:xfrm>
          <a:solidFill>
            <a:schemeClr val="accent2"/>
          </a:solidFill>
        </p:spPr>
        <p:txBody>
          <a:bodyPr vert="vert270" anchor="ctr" anchorCtr="0"/>
          <a:lstStyle>
            <a:lvl1pPr marL="0" indent="0" algn="ctr">
              <a:buNone/>
              <a:defRPr sz="2000">
                <a:solidFill>
                  <a:schemeClr val="bg1"/>
                </a:solidFill>
                <a:latin typeface="+mj-lt"/>
              </a:defRPr>
            </a:lvl1pPr>
            <a:lvl2pPr marL="269875" indent="0">
              <a:buNone/>
              <a:defRPr>
                <a:latin typeface="+mj-lt"/>
              </a:defRPr>
            </a:lvl2pPr>
            <a:lvl3pPr marL="577850" indent="0">
              <a:buNone/>
              <a:defRPr>
                <a:latin typeface="+mj-lt"/>
              </a:defRPr>
            </a:lvl3pPr>
            <a:lvl4pPr marL="739775" indent="0">
              <a:buFont typeface="Arial" panose="020B0604020202020204" pitchFamily="34" charset="0"/>
              <a:buNone/>
              <a:defRPr>
                <a:latin typeface="+mj-lt"/>
              </a:defRPr>
            </a:lvl4pPr>
            <a:lvl5pPr marL="1828800" indent="0">
              <a:buFont typeface="Arial" panose="020B0604020202020204" pitchFamily="34" charset="0"/>
              <a:buNone/>
              <a:defRPr>
                <a:latin typeface="+mj-lt"/>
              </a:defRPr>
            </a:lvl5pPr>
          </a:lstStyle>
          <a:p>
            <a:pPr lvl="0"/>
            <a:r>
              <a:rPr lang="fr-FR"/>
              <a:t>Modifier les styles du texte du masque</a:t>
            </a:r>
          </a:p>
        </p:txBody>
      </p:sp>
      <p:sp>
        <p:nvSpPr>
          <p:cNvPr id="6" name="Espace réservé du texte 3"/>
          <p:cNvSpPr>
            <a:spLocks noGrp="1"/>
          </p:cNvSpPr>
          <p:nvPr>
            <p:ph type="body" sz="quarter" idx="12"/>
          </p:nvPr>
        </p:nvSpPr>
        <p:spPr>
          <a:xfrm>
            <a:off x="527381" y="4615189"/>
            <a:ext cx="685468" cy="1541055"/>
          </a:xfrm>
          <a:solidFill>
            <a:srgbClr val="C00000"/>
          </a:solidFill>
        </p:spPr>
        <p:txBody>
          <a:bodyPr vert="vert270" anchor="ctr" anchorCtr="0"/>
          <a:lstStyle>
            <a:lvl1pPr marL="0" indent="0" algn="ctr">
              <a:buNone/>
              <a:defRPr sz="2000">
                <a:solidFill>
                  <a:schemeClr val="bg1"/>
                </a:solidFill>
                <a:latin typeface="+mj-lt"/>
              </a:defRPr>
            </a:lvl1pPr>
            <a:lvl2pPr marL="269875" indent="0">
              <a:buNone/>
              <a:defRPr>
                <a:latin typeface="+mj-lt"/>
              </a:defRPr>
            </a:lvl2pPr>
            <a:lvl3pPr marL="577850" indent="0">
              <a:buNone/>
              <a:defRPr>
                <a:latin typeface="+mj-lt"/>
              </a:defRPr>
            </a:lvl3pPr>
            <a:lvl4pPr marL="739775" indent="0">
              <a:buFont typeface="Arial" panose="020B0604020202020204" pitchFamily="34" charset="0"/>
              <a:buNone/>
              <a:defRPr>
                <a:latin typeface="+mj-lt"/>
              </a:defRPr>
            </a:lvl4pPr>
            <a:lvl5pPr marL="1828800" indent="0">
              <a:buFont typeface="Arial" panose="020B0604020202020204" pitchFamily="34" charset="0"/>
              <a:buNone/>
              <a:defRPr>
                <a:latin typeface="+mj-lt"/>
              </a:defRPr>
            </a:lvl5pPr>
          </a:lstStyle>
          <a:p>
            <a:pPr lvl="0"/>
            <a:r>
              <a:rPr lang="fr-FR"/>
              <a:t>Modifier les styles du texte du masque</a:t>
            </a:r>
          </a:p>
        </p:txBody>
      </p:sp>
      <p:sp>
        <p:nvSpPr>
          <p:cNvPr id="13" name="Espace réservé du texte 12"/>
          <p:cNvSpPr>
            <a:spLocks noGrp="1"/>
          </p:cNvSpPr>
          <p:nvPr>
            <p:ph type="body" sz="quarter" idx="13"/>
          </p:nvPr>
        </p:nvSpPr>
        <p:spPr>
          <a:xfrm>
            <a:off x="1541721" y="1307806"/>
            <a:ext cx="10123229" cy="1541054"/>
          </a:xfrm>
        </p:spPr>
        <p:txBody>
          <a:bodyPr/>
          <a:lstStyle>
            <a:lvl1pPr>
              <a:defRPr>
                <a:solidFill>
                  <a:schemeClr val="tx1"/>
                </a:solidFill>
              </a:defRPr>
            </a:lvl1pPr>
            <a:lvl2pPr>
              <a:defRPr>
                <a:solidFill>
                  <a:schemeClr val="tx1"/>
                </a:solidFill>
              </a:defRPr>
            </a:lvl2pPr>
            <a:lvl3pPr>
              <a:defRPr>
                <a:solidFill>
                  <a:schemeClr val="tx1"/>
                </a:solidFill>
              </a:defRPr>
            </a:lvl3pPr>
          </a:lstStyle>
          <a:p>
            <a:pPr lvl="0"/>
            <a:r>
              <a:rPr lang="fr-FR"/>
              <a:t>Modifier les styles du texte du masque</a:t>
            </a:r>
          </a:p>
          <a:p>
            <a:pPr lvl="1"/>
            <a:r>
              <a:rPr lang="fr-FR"/>
              <a:t>Deuxième niveau</a:t>
            </a:r>
          </a:p>
          <a:p>
            <a:pPr lvl="2"/>
            <a:r>
              <a:rPr lang="fr-FR"/>
              <a:t>Troisième niveau</a:t>
            </a:r>
          </a:p>
        </p:txBody>
      </p:sp>
      <p:sp>
        <p:nvSpPr>
          <p:cNvPr id="14" name="Espace réservé du texte 12"/>
          <p:cNvSpPr>
            <a:spLocks noGrp="1"/>
          </p:cNvSpPr>
          <p:nvPr>
            <p:ph type="body" sz="quarter" idx="14"/>
          </p:nvPr>
        </p:nvSpPr>
        <p:spPr>
          <a:xfrm>
            <a:off x="1541390" y="2966808"/>
            <a:ext cx="10123229" cy="1541054"/>
          </a:xfrm>
        </p:spPr>
        <p:txBody>
          <a:bodyPr/>
          <a:lstStyle>
            <a:lvl1pPr>
              <a:defRPr>
                <a:solidFill>
                  <a:schemeClr val="tx1"/>
                </a:solidFill>
              </a:defRPr>
            </a:lvl1pPr>
            <a:lvl2pPr>
              <a:defRPr>
                <a:solidFill>
                  <a:schemeClr val="tx1"/>
                </a:solidFill>
              </a:defRPr>
            </a:lvl2pPr>
            <a:lvl3pPr>
              <a:defRPr>
                <a:solidFill>
                  <a:schemeClr val="tx1"/>
                </a:solidFill>
              </a:defRPr>
            </a:lvl3pPr>
          </a:lstStyle>
          <a:p>
            <a:pPr lvl="0"/>
            <a:r>
              <a:rPr lang="fr-FR"/>
              <a:t>Modifier les styles du texte du masque</a:t>
            </a:r>
          </a:p>
          <a:p>
            <a:pPr lvl="1"/>
            <a:r>
              <a:rPr lang="fr-FR"/>
              <a:t>Deuxième niveau</a:t>
            </a:r>
          </a:p>
          <a:p>
            <a:pPr lvl="2"/>
            <a:r>
              <a:rPr lang="fr-FR"/>
              <a:t>Troisième niveau</a:t>
            </a:r>
          </a:p>
        </p:txBody>
      </p:sp>
      <p:sp>
        <p:nvSpPr>
          <p:cNvPr id="15" name="Espace réservé du texte 12"/>
          <p:cNvSpPr>
            <a:spLocks noGrp="1"/>
          </p:cNvSpPr>
          <p:nvPr>
            <p:ph type="body" sz="quarter" idx="15"/>
          </p:nvPr>
        </p:nvSpPr>
        <p:spPr>
          <a:xfrm>
            <a:off x="1541390" y="4615189"/>
            <a:ext cx="10123229" cy="1541054"/>
          </a:xfrm>
        </p:spPr>
        <p:txBody>
          <a:bodyPr/>
          <a:lstStyle>
            <a:lvl1pPr>
              <a:defRPr>
                <a:solidFill>
                  <a:schemeClr val="tx1"/>
                </a:solidFill>
              </a:defRPr>
            </a:lvl1pPr>
            <a:lvl2pPr>
              <a:defRPr>
                <a:solidFill>
                  <a:schemeClr val="tx1"/>
                </a:solidFill>
              </a:defRPr>
            </a:lvl2pPr>
            <a:lvl3pPr>
              <a:defRPr>
                <a:solidFill>
                  <a:schemeClr val="tx1"/>
                </a:solidFill>
              </a:defRPr>
            </a:lvl3pPr>
          </a:lstStyle>
          <a:p>
            <a:pPr lvl="0"/>
            <a:r>
              <a:rPr lang="fr-FR"/>
              <a:t>Modifier les styles du texte du masque</a:t>
            </a:r>
          </a:p>
          <a:p>
            <a:pPr lvl="1"/>
            <a:r>
              <a:rPr lang="fr-FR"/>
              <a:t>Deuxième niveau</a:t>
            </a:r>
          </a:p>
          <a:p>
            <a:pPr lvl="2"/>
            <a:r>
              <a:rPr lang="fr-FR"/>
              <a:t>Troisième niveau</a:t>
            </a:r>
          </a:p>
        </p:txBody>
      </p:sp>
      <p:sp>
        <p:nvSpPr>
          <p:cNvPr id="16" name="Rectangle 15"/>
          <p:cNvSpPr/>
          <p:nvPr userDrawn="1"/>
        </p:nvSpPr>
        <p:spPr>
          <a:xfrm>
            <a:off x="541352" y="2848860"/>
            <a:ext cx="11124000" cy="1080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432000" rIns="432000" rtlCol="0" anchor="ctr"/>
          <a:lstStyle/>
          <a:p>
            <a:endParaRPr lang="fr-FR">
              <a:solidFill>
                <a:schemeClr val="tx1"/>
              </a:solidFill>
              <a:latin typeface="Calibri" panose="020F0502020204030204" pitchFamily="34" charset="0"/>
            </a:endParaRPr>
          </a:p>
        </p:txBody>
      </p:sp>
      <p:sp>
        <p:nvSpPr>
          <p:cNvPr id="17" name="Triangle isocèle 21"/>
          <p:cNvSpPr/>
          <p:nvPr userDrawn="1"/>
        </p:nvSpPr>
        <p:spPr>
          <a:xfrm flipV="1">
            <a:off x="1827803" y="2832685"/>
            <a:ext cx="623677" cy="78124"/>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p:cNvSpPr/>
          <p:nvPr userDrawn="1"/>
        </p:nvSpPr>
        <p:spPr>
          <a:xfrm>
            <a:off x="539342" y="4508916"/>
            <a:ext cx="11124000" cy="1080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432000" rIns="432000" rtlCol="0" anchor="ctr"/>
          <a:lstStyle/>
          <a:p>
            <a:endParaRPr lang="fr-FR">
              <a:solidFill>
                <a:schemeClr val="tx1"/>
              </a:solidFill>
              <a:latin typeface="Calibri" panose="020F0502020204030204" pitchFamily="34" charset="0"/>
            </a:endParaRPr>
          </a:p>
        </p:txBody>
      </p:sp>
      <p:sp>
        <p:nvSpPr>
          <p:cNvPr id="19" name="Triangle isocèle 21"/>
          <p:cNvSpPr/>
          <p:nvPr userDrawn="1"/>
        </p:nvSpPr>
        <p:spPr>
          <a:xfrm flipV="1">
            <a:off x="1825793" y="4492741"/>
            <a:ext cx="623677" cy="78124"/>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1" name="Connecteur droit 20"/>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25"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26"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27" name="Connecteur droit 26"/>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Connecteur droit 27"/>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4282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Gouvernance Missi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sz="2800">
                <a:solidFill>
                  <a:schemeClr val="tx1"/>
                </a:solidFill>
              </a:defRPr>
            </a:lvl1pPr>
          </a:lstStyle>
          <a:p>
            <a:r>
              <a:rPr lang="fr-FR"/>
              <a:t>Modifiez le style du titre</a:t>
            </a:r>
          </a:p>
        </p:txBody>
      </p:sp>
      <p:sp>
        <p:nvSpPr>
          <p:cNvPr id="21" name="Espace réservé du texte 20"/>
          <p:cNvSpPr>
            <a:spLocks noGrp="1"/>
          </p:cNvSpPr>
          <p:nvPr>
            <p:ph type="body" sz="quarter" idx="10"/>
          </p:nvPr>
        </p:nvSpPr>
        <p:spPr>
          <a:xfrm>
            <a:off x="2409552" y="1342359"/>
            <a:ext cx="4070770" cy="538163"/>
          </a:xfrm>
        </p:spPr>
        <p:txBody>
          <a:bodyPr/>
          <a:lstStyle>
            <a:lvl1pPr marL="0" indent="0" algn="ctr">
              <a:buNone/>
              <a:defRPr sz="1800" b="1">
                <a:solidFill>
                  <a:schemeClr val="tx1"/>
                </a:solidFill>
                <a:latin typeface="+mj-lt"/>
              </a:defRPr>
            </a:lvl1pPr>
          </a:lstStyle>
          <a:p>
            <a:pPr lvl="0"/>
            <a:r>
              <a:rPr lang="fr-FR"/>
              <a:t>Modifier les styles du texte du masque</a:t>
            </a:r>
          </a:p>
        </p:txBody>
      </p:sp>
      <p:sp>
        <p:nvSpPr>
          <p:cNvPr id="23" name="Espace réservé du texte 22"/>
          <p:cNvSpPr>
            <a:spLocks noGrp="1"/>
          </p:cNvSpPr>
          <p:nvPr>
            <p:ph type="body" sz="quarter" idx="11"/>
          </p:nvPr>
        </p:nvSpPr>
        <p:spPr>
          <a:xfrm>
            <a:off x="7199059" y="1342359"/>
            <a:ext cx="4477385" cy="538163"/>
          </a:xfrm>
        </p:spPr>
        <p:txBody>
          <a:bodyPr/>
          <a:lstStyle>
            <a:lvl1pPr marL="0" indent="0" algn="ctr">
              <a:buNone/>
              <a:defRPr sz="1800" b="1">
                <a:solidFill>
                  <a:schemeClr val="tx1"/>
                </a:solidFill>
                <a:latin typeface="+mj-lt"/>
              </a:defRPr>
            </a:lvl1pPr>
          </a:lstStyle>
          <a:p>
            <a:pPr lvl="0"/>
            <a:r>
              <a:rPr lang="fr-FR"/>
              <a:t>Modifier les styles du texte du masque</a:t>
            </a:r>
          </a:p>
        </p:txBody>
      </p:sp>
      <p:sp>
        <p:nvSpPr>
          <p:cNvPr id="25" name="Espace réservé du texte 24"/>
          <p:cNvSpPr>
            <a:spLocks noGrp="1"/>
          </p:cNvSpPr>
          <p:nvPr>
            <p:ph type="body" sz="quarter" idx="12"/>
          </p:nvPr>
        </p:nvSpPr>
        <p:spPr>
          <a:xfrm>
            <a:off x="2409317" y="2158521"/>
            <a:ext cx="4070350" cy="542925"/>
          </a:xfrm>
        </p:spPr>
        <p:txBody>
          <a:bodyPr anchor="ctr"/>
          <a:lstStyle>
            <a:lvl1pPr marL="0" indent="0" algn="l">
              <a:buNone/>
              <a:defRPr sz="1600">
                <a:solidFill>
                  <a:schemeClr val="tx1"/>
                </a:solidFill>
              </a:defRPr>
            </a:lvl1pPr>
          </a:lstStyle>
          <a:p>
            <a:pPr lvl="0"/>
            <a:r>
              <a:rPr lang="fr-FR"/>
              <a:t>Modifier les styles du texte du masque</a:t>
            </a:r>
          </a:p>
        </p:txBody>
      </p:sp>
      <p:sp>
        <p:nvSpPr>
          <p:cNvPr id="27" name="Espace réservé du texte 26"/>
          <p:cNvSpPr>
            <a:spLocks noGrp="1"/>
          </p:cNvSpPr>
          <p:nvPr>
            <p:ph type="body" sz="quarter" idx="13"/>
          </p:nvPr>
        </p:nvSpPr>
        <p:spPr>
          <a:xfrm>
            <a:off x="7199059" y="2133121"/>
            <a:ext cx="4477385" cy="627062"/>
          </a:xfrm>
        </p:spPr>
        <p:txBody>
          <a:bodyPr anchor="ctr"/>
          <a:lstStyle>
            <a:lvl1pPr marL="0" indent="0" algn="l">
              <a:buNone/>
              <a:defRPr sz="1600">
                <a:solidFill>
                  <a:schemeClr val="tx1"/>
                </a:solidFill>
              </a:defRPr>
            </a:lvl1pPr>
            <a:lvl2pPr marL="269875" indent="0">
              <a:buNone/>
              <a:defRPr/>
            </a:lvl2pPr>
            <a:lvl3pPr marL="577850" indent="0">
              <a:buNone/>
              <a:defRPr/>
            </a:lvl3pPr>
            <a:lvl4pPr marL="739775" indent="0">
              <a:buFont typeface="Arial" panose="020B0604020202020204" pitchFamily="34" charset="0"/>
              <a:buNone/>
              <a:defRPr/>
            </a:lvl4pPr>
            <a:lvl5pPr marL="1828800" indent="0">
              <a:buFont typeface="Arial" panose="020B0604020202020204" pitchFamily="34" charset="0"/>
              <a:buNone/>
              <a:defRPr/>
            </a:lvl5pPr>
          </a:lstStyle>
          <a:p>
            <a:pPr lvl="0"/>
            <a:r>
              <a:rPr lang="fr-FR"/>
              <a:t>Modifier les styles du texte du masque</a:t>
            </a:r>
          </a:p>
        </p:txBody>
      </p:sp>
      <p:sp>
        <p:nvSpPr>
          <p:cNvPr id="29" name="Espace réservé du texte 28"/>
          <p:cNvSpPr>
            <a:spLocks noGrp="1"/>
          </p:cNvSpPr>
          <p:nvPr>
            <p:ph type="body" sz="quarter" idx="14"/>
          </p:nvPr>
        </p:nvSpPr>
        <p:spPr>
          <a:xfrm>
            <a:off x="2409317" y="3172682"/>
            <a:ext cx="4070350" cy="871379"/>
          </a:xfrm>
        </p:spPr>
        <p:txBody>
          <a:bodyPr anchor="ctr"/>
          <a:lstStyle>
            <a:lvl1pPr marL="0" indent="0">
              <a:buNone/>
              <a:defRPr sz="1600">
                <a:solidFill>
                  <a:schemeClr val="tx1"/>
                </a:solidFill>
              </a:defRPr>
            </a:lvl1pPr>
            <a:lvl2pPr marL="269875" indent="0">
              <a:buNone/>
              <a:defRPr/>
            </a:lvl2pPr>
          </a:lstStyle>
          <a:p>
            <a:pPr lvl="0"/>
            <a:r>
              <a:rPr lang="fr-FR"/>
              <a:t>Modifier les styles du texte du masque</a:t>
            </a:r>
          </a:p>
        </p:txBody>
      </p:sp>
      <p:sp>
        <p:nvSpPr>
          <p:cNvPr id="31" name="Espace réservé du texte 30"/>
          <p:cNvSpPr>
            <a:spLocks noGrp="1"/>
          </p:cNvSpPr>
          <p:nvPr>
            <p:ph type="body" sz="quarter" idx="15"/>
          </p:nvPr>
        </p:nvSpPr>
        <p:spPr>
          <a:xfrm>
            <a:off x="7199376" y="3172682"/>
            <a:ext cx="4476750" cy="871379"/>
          </a:xfrm>
        </p:spPr>
        <p:txBody>
          <a:bodyPr anchor="ctr"/>
          <a:lstStyle>
            <a:lvl1pPr marL="0" indent="0">
              <a:buNone/>
              <a:defRPr sz="1600">
                <a:solidFill>
                  <a:schemeClr val="tx1"/>
                </a:solidFill>
              </a:defRPr>
            </a:lvl1pPr>
            <a:lvl2pPr marL="269875" indent="0">
              <a:buNone/>
              <a:defRPr/>
            </a:lvl2pPr>
          </a:lstStyle>
          <a:p>
            <a:pPr lvl="0"/>
            <a:r>
              <a:rPr lang="fr-FR"/>
              <a:t>Modifier les styles du texte du masque</a:t>
            </a:r>
          </a:p>
        </p:txBody>
      </p:sp>
      <p:sp>
        <p:nvSpPr>
          <p:cNvPr id="33" name="Espace réservé du texte 32"/>
          <p:cNvSpPr>
            <a:spLocks noGrp="1"/>
          </p:cNvSpPr>
          <p:nvPr>
            <p:ph type="body" sz="quarter" idx="16" hasCustomPrompt="1"/>
          </p:nvPr>
        </p:nvSpPr>
        <p:spPr>
          <a:xfrm>
            <a:off x="2409317" y="4486942"/>
            <a:ext cx="4070350" cy="1340257"/>
          </a:xfrm>
        </p:spPr>
        <p:txBody>
          <a:bodyPr anchor="ctr"/>
          <a:lstStyle>
            <a:lvl1pPr>
              <a:spcAft>
                <a:spcPts val="300"/>
              </a:spcAft>
              <a:defRPr sz="1600">
                <a:solidFill>
                  <a:schemeClr val="tx1"/>
                </a:solidFill>
              </a:defRPr>
            </a:lvl1pPr>
            <a:lvl2pPr>
              <a:spcAft>
                <a:spcPts val="0"/>
              </a:spcAft>
              <a:defRPr/>
            </a:lvl2pPr>
          </a:lstStyle>
          <a:p>
            <a:pPr lvl="0"/>
            <a:r>
              <a:rPr lang="fr-FR"/>
              <a:t>Deuxième niveau</a:t>
            </a:r>
          </a:p>
        </p:txBody>
      </p:sp>
      <p:sp>
        <p:nvSpPr>
          <p:cNvPr id="35" name="Espace réservé du texte 34"/>
          <p:cNvSpPr>
            <a:spLocks noGrp="1"/>
          </p:cNvSpPr>
          <p:nvPr>
            <p:ph type="body" sz="quarter" idx="17" hasCustomPrompt="1"/>
          </p:nvPr>
        </p:nvSpPr>
        <p:spPr>
          <a:xfrm>
            <a:off x="7199376" y="4486942"/>
            <a:ext cx="4476750" cy="1340257"/>
          </a:xfrm>
        </p:spPr>
        <p:txBody>
          <a:bodyPr anchor="ctr"/>
          <a:lstStyle>
            <a:lvl1pPr>
              <a:spcAft>
                <a:spcPts val="300"/>
              </a:spcAft>
              <a:defRPr sz="1600">
                <a:solidFill>
                  <a:schemeClr val="tx1"/>
                </a:solidFill>
              </a:defRPr>
            </a:lvl1pPr>
            <a:lvl2pPr>
              <a:spcAft>
                <a:spcPts val="0"/>
              </a:spcAft>
              <a:defRPr/>
            </a:lvl2pPr>
          </a:lstStyle>
          <a:p>
            <a:pPr lvl="0"/>
            <a:r>
              <a:rPr lang="fr-FR"/>
              <a:t>Deuxième niveau</a:t>
            </a:r>
          </a:p>
        </p:txBody>
      </p:sp>
      <p:pic>
        <p:nvPicPr>
          <p:cNvPr id="18" name="Image 17"/>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934952" y="3287240"/>
            <a:ext cx="720000" cy="688210"/>
          </a:xfrm>
          <a:prstGeom prst="rect">
            <a:avLst/>
          </a:prstGeom>
        </p:spPr>
      </p:pic>
      <p:pic>
        <p:nvPicPr>
          <p:cNvPr id="19" name="Image 18"/>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934952" y="2112157"/>
            <a:ext cx="720000" cy="668990"/>
          </a:xfrm>
          <a:prstGeom prst="rect">
            <a:avLst/>
          </a:prstGeom>
        </p:spPr>
      </p:pic>
      <p:pic>
        <p:nvPicPr>
          <p:cNvPr id="28" name="Image 27"/>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934952" y="4829445"/>
            <a:ext cx="720000" cy="628738"/>
          </a:xfrm>
          <a:prstGeom prst="rect">
            <a:avLst/>
          </a:prstGeom>
        </p:spPr>
      </p:pic>
      <p:cxnSp>
        <p:nvCxnSpPr>
          <p:cNvPr id="20" name="Connecteur droit 19"/>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38"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39"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40" name="Connecteur droit 39"/>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700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ide CV">
    <p:spTree>
      <p:nvGrpSpPr>
        <p:cNvPr id="1" name=""/>
        <p:cNvGrpSpPr/>
        <p:nvPr/>
      </p:nvGrpSpPr>
      <p:grpSpPr>
        <a:xfrm>
          <a:off x="0" y="0"/>
          <a:ext cx="0" cy="0"/>
          <a:chOff x="0" y="0"/>
          <a:chExt cx="0" cy="0"/>
        </a:xfrm>
      </p:grpSpPr>
      <p:sp>
        <p:nvSpPr>
          <p:cNvPr id="2" name="Titre 1"/>
          <p:cNvSpPr>
            <a:spLocks noGrp="1"/>
          </p:cNvSpPr>
          <p:nvPr>
            <p:ph type="title"/>
          </p:nvPr>
        </p:nvSpPr>
        <p:spPr>
          <a:xfrm>
            <a:off x="2253951" y="135475"/>
            <a:ext cx="9404707" cy="497160"/>
          </a:xfrm>
        </p:spPr>
        <p:txBody>
          <a:bodyPr/>
          <a:lstStyle>
            <a:lvl1pPr>
              <a:defRPr sz="2800">
                <a:solidFill>
                  <a:schemeClr val="tx1"/>
                </a:solidFill>
              </a:defRPr>
            </a:lvl1pPr>
          </a:lstStyle>
          <a:p>
            <a:r>
              <a:rPr lang="fr-FR"/>
              <a:t>Modifiez le style du titre</a:t>
            </a:r>
          </a:p>
        </p:txBody>
      </p:sp>
      <p:sp>
        <p:nvSpPr>
          <p:cNvPr id="5" name="Rectangle 4"/>
          <p:cNvSpPr/>
          <p:nvPr userDrawn="1"/>
        </p:nvSpPr>
        <p:spPr>
          <a:xfrm>
            <a:off x="511908" y="1410491"/>
            <a:ext cx="3346860" cy="288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fr-FR" sz="1200" b="1">
                <a:solidFill>
                  <a:schemeClr val="bg1"/>
                </a:solidFill>
                <a:latin typeface="Segoe UI" panose="020B0502040204020203" pitchFamily="34" charset="0"/>
                <a:ea typeface="Calibri" panose="020F0502020204030204" pitchFamily="34" charset="0"/>
                <a:cs typeface="Segoe UI" panose="020B0502040204020203" pitchFamily="34" charset="0"/>
              </a:rPr>
              <a:t>COMPETENCES</a:t>
            </a:r>
            <a:endParaRPr lang="fr-FR" sz="1000" b="1">
              <a:solidFill>
                <a:schemeClr val="bg1"/>
              </a:solidFill>
              <a:latin typeface="Segoe UI" panose="020B0502040204020203" pitchFamily="34" charset="0"/>
              <a:ea typeface="Calibri" panose="020F0502020204030204" pitchFamily="34" charset="0"/>
              <a:cs typeface="Segoe UI" panose="020B0502040204020203" pitchFamily="34" charset="0"/>
            </a:endParaRPr>
          </a:p>
        </p:txBody>
      </p:sp>
      <p:sp>
        <p:nvSpPr>
          <p:cNvPr id="6" name="Rectangle 5"/>
          <p:cNvSpPr/>
          <p:nvPr userDrawn="1"/>
        </p:nvSpPr>
        <p:spPr>
          <a:xfrm>
            <a:off x="4126272" y="2966004"/>
            <a:ext cx="7525047" cy="288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fr-FR" sz="1200" b="1">
                <a:solidFill>
                  <a:schemeClr val="bg1"/>
                </a:solidFill>
                <a:latin typeface="Segoe UI" panose="020B0502040204020203" pitchFamily="34" charset="0"/>
                <a:ea typeface="Calibri" panose="020F0502020204030204" pitchFamily="34" charset="0"/>
                <a:cs typeface="Segoe UI" panose="020B0502040204020203" pitchFamily="34" charset="0"/>
              </a:rPr>
              <a:t>EXPERIENCES - Extraits</a:t>
            </a:r>
            <a:endParaRPr lang="fr-FR" sz="1000" b="1">
              <a:solidFill>
                <a:schemeClr val="bg1"/>
              </a:solidFill>
              <a:latin typeface="Segoe UI" panose="020B0502040204020203" pitchFamily="34" charset="0"/>
              <a:ea typeface="Calibri" panose="020F0502020204030204" pitchFamily="34" charset="0"/>
              <a:cs typeface="Segoe UI" panose="020B0502040204020203" pitchFamily="34" charset="0"/>
            </a:endParaRPr>
          </a:p>
        </p:txBody>
      </p:sp>
      <p:sp>
        <p:nvSpPr>
          <p:cNvPr id="8" name="Rectangle 7"/>
          <p:cNvSpPr/>
          <p:nvPr userDrawn="1"/>
        </p:nvSpPr>
        <p:spPr>
          <a:xfrm>
            <a:off x="4133088" y="1410491"/>
            <a:ext cx="7525047" cy="288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fr-FR" sz="1200" b="1">
                <a:solidFill>
                  <a:schemeClr val="bg1"/>
                </a:solidFill>
                <a:latin typeface="Segoe UI" panose="020B0502040204020203" pitchFamily="34" charset="0"/>
                <a:ea typeface="Calibri" panose="020F0502020204030204" pitchFamily="34" charset="0"/>
                <a:cs typeface="Segoe UI" panose="020B0502040204020203" pitchFamily="34" charset="0"/>
              </a:rPr>
              <a:t>EN BREF</a:t>
            </a:r>
            <a:endParaRPr lang="fr-FR" sz="1000" b="1">
              <a:solidFill>
                <a:schemeClr val="bg1"/>
              </a:solidFill>
              <a:latin typeface="Segoe UI" panose="020B0502040204020203" pitchFamily="34" charset="0"/>
              <a:ea typeface="Calibri" panose="020F0502020204030204" pitchFamily="34" charset="0"/>
              <a:cs typeface="Segoe UI" panose="020B0502040204020203" pitchFamily="34" charset="0"/>
            </a:endParaRPr>
          </a:p>
        </p:txBody>
      </p:sp>
      <p:sp>
        <p:nvSpPr>
          <p:cNvPr id="13" name="Espace réservé du texte 12"/>
          <p:cNvSpPr>
            <a:spLocks noGrp="1"/>
          </p:cNvSpPr>
          <p:nvPr>
            <p:ph type="body" sz="quarter" idx="10"/>
          </p:nvPr>
        </p:nvSpPr>
        <p:spPr>
          <a:xfrm>
            <a:off x="2254102" y="632635"/>
            <a:ext cx="9404033" cy="476338"/>
          </a:xfrm>
        </p:spPr>
        <p:txBody>
          <a:bodyPr/>
          <a:lstStyle>
            <a:lvl1pPr marL="285750" indent="-285750">
              <a:buFont typeface="Wingdings" panose="05000000000000000000" pitchFamily="2" charset="2"/>
              <a:buChar char="ü"/>
              <a:defRPr>
                <a:solidFill>
                  <a:schemeClr val="tx1"/>
                </a:solidFill>
              </a:defRPr>
            </a:lvl1pPr>
          </a:lstStyle>
          <a:p>
            <a:pPr lvl="0"/>
            <a:r>
              <a:rPr lang="fr-FR"/>
              <a:t>Modifier les styles du texte du masque</a:t>
            </a:r>
          </a:p>
        </p:txBody>
      </p:sp>
      <p:sp>
        <p:nvSpPr>
          <p:cNvPr id="15" name="Espace réservé pour une image  14"/>
          <p:cNvSpPr>
            <a:spLocks noGrp="1"/>
          </p:cNvSpPr>
          <p:nvPr>
            <p:ph type="pic" sz="quarter" idx="11"/>
          </p:nvPr>
        </p:nvSpPr>
        <p:spPr>
          <a:xfrm>
            <a:off x="844486" y="142805"/>
            <a:ext cx="993939" cy="972928"/>
          </a:xfrm>
        </p:spPr>
        <p:txBody>
          <a:bodyPr/>
          <a:lstStyle>
            <a:lvl1pPr marL="0" indent="0">
              <a:buNone/>
              <a:defRPr>
                <a:solidFill>
                  <a:schemeClr val="tx1"/>
                </a:solidFill>
              </a:defRPr>
            </a:lvl1pPr>
          </a:lstStyle>
          <a:p>
            <a:r>
              <a:rPr lang="fr-FR"/>
              <a:t>Cliquez sur l'icône pour ajouter une image</a:t>
            </a:r>
          </a:p>
        </p:txBody>
      </p:sp>
      <p:sp>
        <p:nvSpPr>
          <p:cNvPr id="17" name="Espace réservé du texte 16"/>
          <p:cNvSpPr>
            <a:spLocks noGrp="1"/>
          </p:cNvSpPr>
          <p:nvPr>
            <p:ph type="body" sz="quarter" idx="12"/>
          </p:nvPr>
        </p:nvSpPr>
        <p:spPr>
          <a:xfrm>
            <a:off x="511175" y="1786270"/>
            <a:ext cx="3348038" cy="4358943"/>
          </a:xfrm>
          <a:solidFill>
            <a:schemeClr val="bg2"/>
          </a:solidFill>
        </p:spPr>
        <p:txBody>
          <a:bodyPr/>
          <a:lstStyle>
            <a:lvl1pPr marL="285750" indent="-285750">
              <a:buFont typeface="Wingdings" panose="05000000000000000000" pitchFamily="2" charset="2"/>
              <a:buChar char="§"/>
              <a:defRPr sz="1200">
                <a:solidFill>
                  <a:schemeClr val="tx1"/>
                </a:solidFill>
              </a:defRPr>
            </a:lvl1pPr>
            <a:lvl2pPr>
              <a:defRPr sz="1200"/>
            </a:lvl2pPr>
            <a:lvl3pPr>
              <a:defRPr sz="1200"/>
            </a:lvl3pPr>
            <a:lvl4pPr>
              <a:defRPr sz="1200"/>
            </a:lvl4pPr>
          </a:lstStyle>
          <a:p>
            <a:pPr lvl="0"/>
            <a:r>
              <a:rPr lang="fr-FR"/>
              <a:t>Modifier les styles du texte du masque</a:t>
            </a:r>
          </a:p>
        </p:txBody>
      </p:sp>
      <p:sp>
        <p:nvSpPr>
          <p:cNvPr id="19" name="Espace réservé du texte 18"/>
          <p:cNvSpPr>
            <a:spLocks noGrp="1"/>
          </p:cNvSpPr>
          <p:nvPr>
            <p:ph type="body" sz="quarter" idx="13"/>
          </p:nvPr>
        </p:nvSpPr>
        <p:spPr>
          <a:xfrm>
            <a:off x="4133850" y="1786270"/>
            <a:ext cx="7515225" cy="1020249"/>
          </a:xfrm>
        </p:spPr>
        <p:txBody>
          <a:bodyPr/>
          <a:lstStyle>
            <a:lvl1pPr marL="285750" indent="-285750">
              <a:buFont typeface="Wingdings" panose="05000000000000000000" pitchFamily="2" charset="2"/>
              <a:buChar char="§"/>
              <a:defRPr sz="1200">
                <a:solidFill>
                  <a:schemeClr val="tx1"/>
                </a:solidFill>
              </a:defRPr>
            </a:lvl1pPr>
          </a:lstStyle>
          <a:p>
            <a:pPr lvl="0"/>
            <a:r>
              <a:rPr lang="fr-FR"/>
              <a:t>Modifier les styles du texte du masque</a:t>
            </a:r>
          </a:p>
        </p:txBody>
      </p:sp>
      <p:sp>
        <p:nvSpPr>
          <p:cNvPr id="21" name="Espace réservé du texte 20"/>
          <p:cNvSpPr>
            <a:spLocks noGrp="1"/>
          </p:cNvSpPr>
          <p:nvPr>
            <p:ph type="body" sz="quarter" idx="14"/>
          </p:nvPr>
        </p:nvSpPr>
        <p:spPr>
          <a:xfrm>
            <a:off x="4126272" y="3338623"/>
            <a:ext cx="7532328" cy="2806590"/>
          </a:xfrm>
          <a:solidFill>
            <a:schemeClr val="bg2"/>
          </a:solidFill>
        </p:spPr>
        <p:txBody>
          <a:bodyPr/>
          <a:lstStyle>
            <a:lvl1pPr marL="285750" indent="-285750">
              <a:buFont typeface="Wingdings" panose="05000000000000000000" pitchFamily="2" charset="2"/>
              <a:buChar char="§"/>
              <a:defRPr sz="1200">
                <a:solidFill>
                  <a:schemeClr val="tx1"/>
                </a:solidFill>
              </a:defRPr>
            </a:lvl1pPr>
          </a:lstStyle>
          <a:p>
            <a:pPr lvl="0"/>
            <a:r>
              <a:rPr lang="fr-FR"/>
              <a:t>Modifier les styles du texte du masque</a:t>
            </a:r>
          </a:p>
        </p:txBody>
      </p:sp>
      <p:cxnSp>
        <p:nvCxnSpPr>
          <p:cNvPr id="16" name="Connecteur droit 15"/>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27"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28"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29" name="Connecteur droit 28"/>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Connecteur droit 29"/>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70842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es atouts Beijaflor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sz="2800">
                <a:solidFill>
                  <a:schemeClr val="tx1"/>
                </a:solidFill>
              </a:defRPr>
            </a:lvl1pPr>
          </a:lstStyle>
          <a:p>
            <a:r>
              <a:rPr lang="fr-FR"/>
              <a:t>Modifiez le style du titre</a:t>
            </a:r>
          </a:p>
        </p:txBody>
      </p:sp>
      <p:sp>
        <p:nvSpPr>
          <p:cNvPr id="31" name="Espace réservé du texte 30"/>
          <p:cNvSpPr>
            <a:spLocks noGrp="1"/>
          </p:cNvSpPr>
          <p:nvPr>
            <p:ph type="body" sz="quarter" idx="10"/>
          </p:nvPr>
        </p:nvSpPr>
        <p:spPr>
          <a:xfrm>
            <a:off x="2640413" y="1460808"/>
            <a:ext cx="9024538" cy="684212"/>
          </a:xfrm>
        </p:spPr>
        <p:txBody>
          <a:bodyPr anchor="ctr"/>
          <a:lstStyle>
            <a:lvl1pPr marL="0" indent="0">
              <a:buNone/>
              <a:defRPr sz="1600">
                <a:solidFill>
                  <a:schemeClr val="tx1"/>
                </a:solidFill>
              </a:defRPr>
            </a:lvl1pPr>
          </a:lstStyle>
          <a:p>
            <a:pPr lvl="0"/>
            <a:r>
              <a:rPr lang="fr-FR"/>
              <a:t>Modifier les styles du texte du masque</a:t>
            </a:r>
          </a:p>
        </p:txBody>
      </p:sp>
      <p:sp>
        <p:nvSpPr>
          <p:cNvPr id="33" name="Espace réservé du texte 32"/>
          <p:cNvSpPr>
            <a:spLocks noGrp="1"/>
          </p:cNvSpPr>
          <p:nvPr>
            <p:ph type="body" sz="quarter" idx="11"/>
          </p:nvPr>
        </p:nvSpPr>
        <p:spPr>
          <a:xfrm>
            <a:off x="2640013" y="2435342"/>
            <a:ext cx="9024937" cy="720725"/>
          </a:xfrm>
        </p:spPr>
        <p:txBody>
          <a:bodyPr anchor="ctr"/>
          <a:lstStyle>
            <a:lvl1pPr marL="0" indent="0">
              <a:buNone/>
              <a:defRPr sz="1600">
                <a:solidFill>
                  <a:schemeClr val="tx1"/>
                </a:solidFill>
              </a:defRPr>
            </a:lvl1pPr>
            <a:lvl2pPr marL="269875" indent="0">
              <a:buNone/>
              <a:defRPr/>
            </a:lvl2pPr>
            <a:lvl3pPr marL="577850" indent="0">
              <a:buNone/>
              <a:defRPr/>
            </a:lvl3pPr>
            <a:lvl4pPr marL="739775" indent="0">
              <a:buFont typeface="Arial" panose="020B0604020202020204" pitchFamily="34" charset="0"/>
              <a:buNone/>
              <a:defRPr/>
            </a:lvl4pPr>
            <a:lvl5pPr marL="1828800" indent="0">
              <a:buFont typeface="Arial" panose="020B0604020202020204" pitchFamily="34" charset="0"/>
              <a:buNone/>
              <a:defRPr/>
            </a:lvl5pPr>
          </a:lstStyle>
          <a:p>
            <a:pPr lvl="0"/>
            <a:r>
              <a:rPr lang="fr-FR"/>
              <a:t>Modifier les styles du texte du masque</a:t>
            </a:r>
          </a:p>
        </p:txBody>
      </p:sp>
      <p:sp>
        <p:nvSpPr>
          <p:cNvPr id="34" name="Espace réservé du texte 32"/>
          <p:cNvSpPr>
            <a:spLocks noGrp="1"/>
          </p:cNvSpPr>
          <p:nvPr>
            <p:ph type="body" sz="quarter" idx="12"/>
          </p:nvPr>
        </p:nvSpPr>
        <p:spPr>
          <a:xfrm>
            <a:off x="2634238" y="3400974"/>
            <a:ext cx="9024937" cy="720725"/>
          </a:xfrm>
        </p:spPr>
        <p:txBody>
          <a:bodyPr anchor="ctr"/>
          <a:lstStyle>
            <a:lvl1pPr marL="0" indent="0">
              <a:buNone/>
              <a:defRPr sz="1600">
                <a:solidFill>
                  <a:schemeClr val="tx1"/>
                </a:solidFill>
              </a:defRPr>
            </a:lvl1pPr>
            <a:lvl2pPr marL="269875" indent="0">
              <a:buNone/>
              <a:defRPr/>
            </a:lvl2pPr>
            <a:lvl3pPr marL="577850" indent="0">
              <a:buNone/>
              <a:defRPr/>
            </a:lvl3pPr>
            <a:lvl4pPr marL="739775" indent="0">
              <a:buFont typeface="Arial" panose="020B0604020202020204" pitchFamily="34" charset="0"/>
              <a:buNone/>
              <a:defRPr/>
            </a:lvl4pPr>
            <a:lvl5pPr marL="1828800" indent="0">
              <a:buFont typeface="Arial" panose="020B0604020202020204" pitchFamily="34" charset="0"/>
              <a:buNone/>
              <a:defRPr/>
            </a:lvl5pPr>
          </a:lstStyle>
          <a:p>
            <a:pPr lvl="0"/>
            <a:r>
              <a:rPr lang="fr-FR"/>
              <a:t>Modifier les styles du texte du masque</a:t>
            </a:r>
          </a:p>
        </p:txBody>
      </p:sp>
      <p:sp>
        <p:nvSpPr>
          <p:cNvPr id="35" name="Espace réservé du texte 32"/>
          <p:cNvSpPr>
            <a:spLocks noGrp="1"/>
          </p:cNvSpPr>
          <p:nvPr>
            <p:ph type="body" sz="quarter" idx="13"/>
          </p:nvPr>
        </p:nvSpPr>
        <p:spPr>
          <a:xfrm>
            <a:off x="2673403" y="4345134"/>
            <a:ext cx="9024937" cy="720725"/>
          </a:xfrm>
        </p:spPr>
        <p:txBody>
          <a:bodyPr anchor="ctr"/>
          <a:lstStyle>
            <a:lvl1pPr marL="0" indent="0">
              <a:buNone/>
              <a:defRPr sz="1600">
                <a:solidFill>
                  <a:schemeClr val="tx1"/>
                </a:solidFill>
              </a:defRPr>
            </a:lvl1pPr>
            <a:lvl2pPr marL="269875" indent="0">
              <a:buNone/>
              <a:defRPr/>
            </a:lvl2pPr>
            <a:lvl3pPr marL="577850" indent="0">
              <a:buNone/>
              <a:defRPr/>
            </a:lvl3pPr>
            <a:lvl4pPr marL="739775" indent="0">
              <a:buFont typeface="Arial" panose="020B0604020202020204" pitchFamily="34" charset="0"/>
              <a:buNone/>
              <a:defRPr/>
            </a:lvl4pPr>
            <a:lvl5pPr marL="1828800" indent="0">
              <a:buFont typeface="Arial" panose="020B0604020202020204" pitchFamily="34" charset="0"/>
              <a:buNone/>
              <a:defRPr/>
            </a:lvl5pPr>
          </a:lstStyle>
          <a:p>
            <a:pPr lvl="0"/>
            <a:r>
              <a:rPr lang="fr-FR"/>
              <a:t>Modifier les styles du texte du masque</a:t>
            </a:r>
          </a:p>
        </p:txBody>
      </p:sp>
      <p:sp>
        <p:nvSpPr>
          <p:cNvPr id="36" name="Espace réservé du texte 32"/>
          <p:cNvSpPr>
            <a:spLocks noGrp="1"/>
          </p:cNvSpPr>
          <p:nvPr>
            <p:ph type="body" sz="quarter" idx="14"/>
          </p:nvPr>
        </p:nvSpPr>
        <p:spPr>
          <a:xfrm>
            <a:off x="2673403" y="5345662"/>
            <a:ext cx="9024937" cy="720725"/>
          </a:xfrm>
        </p:spPr>
        <p:txBody>
          <a:bodyPr anchor="ctr"/>
          <a:lstStyle>
            <a:lvl1pPr marL="0" indent="0">
              <a:buNone/>
              <a:defRPr sz="1600">
                <a:solidFill>
                  <a:schemeClr val="tx1"/>
                </a:solidFill>
              </a:defRPr>
            </a:lvl1pPr>
            <a:lvl2pPr marL="269875" indent="0">
              <a:buNone/>
              <a:defRPr/>
            </a:lvl2pPr>
            <a:lvl3pPr marL="577850" indent="0">
              <a:buNone/>
              <a:defRPr/>
            </a:lvl3pPr>
            <a:lvl4pPr marL="739775" indent="0">
              <a:buFont typeface="Arial" panose="020B0604020202020204" pitchFamily="34" charset="0"/>
              <a:buNone/>
              <a:defRPr/>
            </a:lvl4pPr>
            <a:lvl5pPr marL="1828800" indent="0">
              <a:buFont typeface="Arial" panose="020B0604020202020204" pitchFamily="34" charset="0"/>
              <a:buNone/>
              <a:defRPr/>
            </a:lvl5pPr>
          </a:lstStyle>
          <a:p>
            <a:pPr lvl="0"/>
            <a:r>
              <a:rPr lang="fr-FR"/>
              <a:t>Modifier les styles du texte du masque</a:t>
            </a:r>
          </a:p>
        </p:txBody>
      </p:sp>
      <p:cxnSp>
        <p:nvCxnSpPr>
          <p:cNvPr id="45" name="Connecteur droit 44"/>
          <p:cNvCxnSpPr/>
          <p:nvPr userDrawn="1"/>
        </p:nvCxnSpPr>
        <p:spPr>
          <a:xfrm>
            <a:off x="1374588" y="1802914"/>
            <a:ext cx="1047273" cy="0"/>
          </a:xfrm>
          <a:prstGeom prst="line">
            <a:avLst/>
          </a:prstGeom>
          <a:ln w="127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cxnSp>
        <p:nvCxnSpPr>
          <p:cNvPr id="46" name="Connecteur droit 45"/>
          <p:cNvCxnSpPr/>
          <p:nvPr userDrawn="1"/>
        </p:nvCxnSpPr>
        <p:spPr>
          <a:xfrm>
            <a:off x="1366132" y="2795704"/>
            <a:ext cx="1047273" cy="0"/>
          </a:xfrm>
          <a:prstGeom prst="line">
            <a:avLst/>
          </a:prstGeom>
          <a:ln w="127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cxnSp>
        <p:nvCxnSpPr>
          <p:cNvPr id="47" name="Connecteur droit 46"/>
          <p:cNvCxnSpPr/>
          <p:nvPr userDrawn="1"/>
        </p:nvCxnSpPr>
        <p:spPr>
          <a:xfrm>
            <a:off x="1365278" y="3761336"/>
            <a:ext cx="1047273" cy="0"/>
          </a:xfrm>
          <a:prstGeom prst="line">
            <a:avLst/>
          </a:prstGeom>
          <a:ln w="127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cxnSp>
        <p:nvCxnSpPr>
          <p:cNvPr id="48" name="Connecteur droit 47"/>
          <p:cNvCxnSpPr/>
          <p:nvPr userDrawn="1"/>
        </p:nvCxnSpPr>
        <p:spPr>
          <a:xfrm>
            <a:off x="1345589" y="5706024"/>
            <a:ext cx="1047273" cy="0"/>
          </a:xfrm>
          <a:prstGeom prst="line">
            <a:avLst/>
          </a:prstGeom>
          <a:ln w="127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cxnSp>
        <p:nvCxnSpPr>
          <p:cNvPr id="49" name="Connecteur droit 48"/>
          <p:cNvCxnSpPr/>
          <p:nvPr userDrawn="1"/>
        </p:nvCxnSpPr>
        <p:spPr>
          <a:xfrm>
            <a:off x="1366133" y="4725497"/>
            <a:ext cx="1047273" cy="0"/>
          </a:xfrm>
          <a:prstGeom prst="line">
            <a:avLst/>
          </a:prstGeom>
          <a:ln w="127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pic>
        <p:nvPicPr>
          <p:cNvPr id="50" name="Image 49"/>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532396" y="3429902"/>
            <a:ext cx="576000" cy="633856"/>
          </a:xfrm>
          <a:prstGeom prst="rect">
            <a:avLst/>
          </a:prstGeom>
        </p:spPr>
      </p:pic>
      <p:pic>
        <p:nvPicPr>
          <p:cNvPr id="51" name="Image 50"/>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532396" y="1506190"/>
            <a:ext cx="576000" cy="635341"/>
          </a:xfrm>
          <a:prstGeom prst="rect">
            <a:avLst/>
          </a:prstGeom>
        </p:spPr>
      </p:pic>
      <p:pic>
        <p:nvPicPr>
          <p:cNvPr id="52" name="Image 51"/>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532396" y="2514657"/>
            <a:ext cx="576000" cy="562094"/>
          </a:xfrm>
          <a:prstGeom prst="rect">
            <a:avLst/>
          </a:prstGeom>
        </p:spPr>
      </p:pic>
      <p:pic>
        <p:nvPicPr>
          <p:cNvPr id="53" name="Image 52"/>
          <p:cNvPicPr>
            <a:picLocks noChangeAspect="1"/>
          </p:cNvPicPr>
          <p:nvPr userDrawn="1"/>
        </p:nvPicPr>
        <p:blipFill>
          <a:blip r:embed="rId5" cstate="email">
            <a:extLst>
              <a:ext uri="{28A0092B-C50C-407E-A947-70E740481C1C}">
                <a14:useLocalDpi xmlns:a14="http://schemas.microsoft.com/office/drawing/2010/main" val="0"/>
              </a:ext>
            </a:extLst>
          </a:blip>
          <a:stretch>
            <a:fillRect/>
          </a:stretch>
        </p:blipFill>
        <p:spPr>
          <a:xfrm>
            <a:off x="532396" y="4564107"/>
            <a:ext cx="576000" cy="400708"/>
          </a:xfrm>
          <a:prstGeom prst="rect">
            <a:avLst/>
          </a:prstGeom>
        </p:spPr>
      </p:pic>
      <p:pic>
        <p:nvPicPr>
          <p:cNvPr id="54" name="Image 53"/>
          <p:cNvPicPr>
            <a:picLocks noChangeAspect="1"/>
          </p:cNvPicPr>
          <p:nvPr userDrawn="1"/>
        </p:nvPicPr>
        <p:blipFill>
          <a:blip r:embed="rId6" cstate="email">
            <a:extLst>
              <a:ext uri="{28A0092B-C50C-407E-A947-70E740481C1C}">
                <a14:useLocalDpi xmlns:a14="http://schemas.microsoft.com/office/drawing/2010/main" val="0"/>
              </a:ext>
            </a:extLst>
          </a:blip>
          <a:stretch>
            <a:fillRect/>
          </a:stretch>
        </p:blipFill>
        <p:spPr>
          <a:xfrm>
            <a:off x="532396" y="5428107"/>
            <a:ext cx="576000" cy="515328"/>
          </a:xfrm>
          <a:prstGeom prst="rect">
            <a:avLst/>
          </a:prstGeom>
        </p:spPr>
      </p:pic>
      <p:cxnSp>
        <p:nvCxnSpPr>
          <p:cNvPr id="21" name="Connecteur droit 20"/>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23"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24"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25" name="Connecteur droit 24"/>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Connecteur droit 25"/>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81252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émarch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sz="2800">
                <a:solidFill>
                  <a:schemeClr val="tx1"/>
                </a:solidFill>
              </a:defRPr>
            </a:lvl1pPr>
          </a:lstStyle>
          <a:p>
            <a:r>
              <a:rPr lang="fr-FR"/>
              <a:t>Modifiez le style du titre</a:t>
            </a:r>
          </a:p>
        </p:txBody>
      </p:sp>
      <p:sp>
        <p:nvSpPr>
          <p:cNvPr id="6" name="Espace réservé du graphique SmartArt 5"/>
          <p:cNvSpPr>
            <a:spLocks noGrp="1"/>
          </p:cNvSpPr>
          <p:nvPr>
            <p:ph type="dgm" sz="quarter" idx="10"/>
          </p:nvPr>
        </p:nvSpPr>
        <p:spPr>
          <a:xfrm>
            <a:off x="511910" y="1426909"/>
            <a:ext cx="11152708" cy="1106487"/>
          </a:xfrm>
        </p:spPr>
        <p:txBody>
          <a:bodyPr/>
          <a:lstStyle>
            <a:lvl1pPr marL="0" indent="0">
              <a:buNone/>
              <a:defRPr>
                <a:solidFill>
                  <a:schemeClr val="tx1"/>
                </a:solidFill>
              </a:defRPr>
            </a:lvl1pPr>
          </a:lstStyle>
          <a:p>
            <a:r>
              <a:rPr lang="fr-FR"/>
              <a:t>Cliquez sur l'icône pour ajouter un graphique SmartArt</a:t>
            </a:r>
          </a:p>
        </p:txBody>
      </p:sp>
      <p:sp>
        <p:nvSpPr>
          <p:cNvPr id="8" name="Espace réservé du texte 7"/>
          <p:cNvSpPr>
            <a:spLocks noGrp="1"/>
          </p:cNvSpPr>
          <p:nvPr>
            <p:ph type="body" sz="quarter" idx="11"/>
          </p:nvPr>
        </p:nvSpPr>
        <p:spPr>
          <a:xfrm>
            <a:off x="527050" y="2825496"/>
            <a:ext cx="11137900" cy="2990850"/>
          </a:xfrm>
          <a:ln w="19050">
            <a:solidFill>
              <a:srgbClr val="C00000"/>
            </a:solidFill>
          </a:ln>
        </p:spPr>
        <p:txBody>
          <a:bodyPr tIns="216000"/>
          <a:lstStyle>
            <a:lvl1pPr>
              <a:defRPr sz="1600">
                <a:solidFill>
                  <a:schemeClr val="tx1"/>
                </a:solidFill>
              </a:defRPr>
            </a:lvl1pPr>
            <a:lvl2pPr>
              <a:defRPr sz="1400">
                <a:solidFill>
                  <a:schemeClr val="tx1"/>
                </a:solidFill>
              </a:defRPr>
            </a:lvl2pPr>
            <a:lvl3pPr>
              <a:defRPr sz="1200">
                <a:solidFill>
                  <a:schemeClr val="tx1"/>
                </a:solidFill>
              </a:defRPr>
            </a:lvl3pPr>
          </a:lstStyle>
          <a:p>
            <a:pPr lvl="0"/>
            <a:r>
              <a:rPr lang="fr-FR"/>
              <a:t>Modifier les styles du texte du masque</a:t>
            </a:r>
          </a:p>
          <a:p>
            <a:pPr lvl="1"/>
            <a:r>
              <a:rPr lang="fr-FR"/>
              <a:t>Deuxième niveau</a:t>
            </a:r>
          </a:p>
          <a:p>
            <a:pPr lvl="2"/>
            <a:r>
              <a:rPr lang="fr-FR"/>
              <a:t>Troisième niveau</a:t>
            </a:r>
          </a:p>
        </p:txBody>
      </p:sp>
      <p:sp>
        <p:nvSpPr>
          <p:cNvPr id="5" name="Espace réservé du texte 4"/>
          <p:cNvSpPr>
            <a:spLocks noGrp="1"/>
          </p:cNvSpPr>
          <p:nvPr>
            <p:ph type="body" sz="quarter" idx="13"/>
          </p:nvPr>
        </p:nvSpPr>
        <p:spPr>
          <a:xfrm>
            <a:off x="3882031" y="2574671"/>
            <a:ext cx="4427938" cy="501650"/>
          </a:xfrm>
          <a:solidFill>
            <a:schemeClr val="bg1"/>
          </a:solidFill>
        </p:spPr>
        <p:txBody>
          <a:bodyPr anchor="ctr"/>
          <a:lstStyle>
            <a:lvl1pPr marL="0" indent="0" algn="ctr">
              <a:buNone/>
              <a:defRPr b="1">
                <a:solidFill>
                  <a:schemeClr val="tx1"/>
                </a:solidFill>
              </a:defRPr>
            </a:lvl1pPr>
          </a:lstStyle>
          <a:p>
            <a:pPr lvl="0"/>
            <a:r>
              <a:rPr lang="fr-FR"/>
              <a:t>Modifier les styles du texte du masque</a:t>
            </a:r>
          </a:p>
        </p:txBody>
      </p:sp>
      <p:cxnSp>
        <p:nvCxnSpPr>
          <p:cNvPr id="11" name="Connecteur droit 10"/>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12"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13"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14" name="Connecteur droit 13"/>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2074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lide vierge">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8"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9" name="Connecteur droit 8"/>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necteur droit 9"/>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20533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Texte simple générique">
    <p:spTree>
      <p:nvGrpSpPr>
        <p:cNvPr id="1" name=""/>
        <p:cNvGrpSpPr/>
        <p:nvPr/>
      </p:nvGrpSpPr>
      <p:grpSpPr>
        <a:xfrm>
          <a:off x="0" y="0"/>
          <a:ext cx="0" cy="0"/>
          <a:chOff x="0" y="0"/>
          <a:chExt cx="0" cy="0"/>
        </a:xfrm>
      </p:grpSpPr>
      <p:cxnSp>
        <p:nvCxnSpPr>
          <p:cNvPr id="4" name="Connecteur droit 3"/>
          <p:cNvCxnSpPr/>
          <p:nvPr/>
        </p:nvCxnSpPr>
        <p:spPr>
          <a:xfrm>
            <a:off x="527050" y="1196975"/>
            <a:ext cx="11137900" cy="0"/>
          </a:xfrm>
          <a:prstGeom prst="line">
            <a:avLst/>
          </a:prstGeom>
          <a:ln w="6350" cmpd="sng">
            <a:solidFill>
              <a:srgbClr val="273457"/>
            </a:solidFill>
          </a:ln>
          <a:effectLst/>
        </p:spPr>
        <p:style>
          <a:lnRef idx="2">
            <a:schemeClr val="accent1"/>
          </a:lnRef>
          <a:fillRef idx="0">
            <a:schemeClr val="accent1"/>
          </a:fillRef>
          <a:effectRef idx="1">
            <a:schemeClr val="accent1"/>
          </a:effectRef>
          <a:fontRef idx="minor">
            <a:schemeClr val="tx1"/>
          </a:fontRef>
        </p:style>
      </p:cxnSp>
      <p:sp>
        <p:nvSpPr>
          <p:cNvPr id="2" name="Titre 1"/>
          <p:cNvSpPr>
            <a:spLocks noGrp="1"/>
          </p:cNvSpPr>
          <p:nvPr>
            <p:ph type="title"/>
          </p:nvPr>
        </p:nvSpPr>
        <p:spPr>
          <a:xfrm>
            <a:off x="511910" y="187550"/>
            <a:ext cx="11153041" cy="865186"/>
          </a:xfrm>
        </p:spPr>
        <p:txBody>
          <a:bodyPr/>
          <a:lstStyle>
            <a:lvl1pPr>
              <a:defRPr>
                <a:latin typeface="Franklin Gothic Book" panose="020B0503020102020204" pitchFamily="34" charset="0"/>
              </a:defRPr>
            </a:lvl1pPr>
          </a:lstStyle>
          <a:p>
            <a:r>
              <a:rPr lang="fr-FR"/>
              <a:t>Modifiez le style du titre</a:t>
            </a:r>
          </a:p>
        </p:txBody>
      </p:sp>
      <p:sp>
        <p:nvSpPr>
          <p:cNvPr id="6" name="Espace réservé du texte 5"/>
          <p:cNvSpPr>
            <a:spLocks noGrp="1"/>
          </p:cNvSpPr>
          <p:nvPr>
            <p:ph type="body" sz="quarter" idx="14"/>
          </p:nvPr>
        </p:nvSpPr>
        <p:spPr>
          <a:xfrm>
            <a:off x="527382" y="1568450"/>
            <a:ext cx="11137237" cy="4467225"/>
          </a:xfrm>
        </p:spPr>
        <p:txBody>
          <a:bodyPr/>
          <a:lstStyle>
            <a:lvl1pPr marL="285750" indent="-285750">
              <a:lnSpc>
                <a:spcPct val="110000"/>
              </a:lnSpc>
              <a:spcBef>
                <a:spcPts val="0"/>
              </a:spcBef>
              <a:spcAft>
                <a:spcPts val="600"/>
              </a:spcAft>
              <a:buFont typeface="Arial" panose="020B0604020202020204" pitchFamily="34" charset="0"/>
              <a:buChar char="•"/>
              <a:defRPr sz="1800"/>
            </a:lvl1pPr>
            <a:lvl2pPr>
              <a:lnSpc>
                <a:spcPct val="110000"/>
              </a:lnSpc>
              <a:spcBef>
                <a:spcPts val="0"/>
              </a:spcBef>
              <a:spcAft>
                <a:spcPts val="600"/>
              </a:spcAft>
              <a:defRPr sz="1600"/>
            </a:lvl2pPr>
            <a:lvl3pPr>
              <a:lnSpc>
                <a:spcPct val="110000"/>
              </a:lnSpc>
              <a:spcBef>
                <a:spcPts val="0"/>
              </a:spcBef>
              <a:spcAft>
                <a:spcPts val="600"/>
              </a:spcAft>
              <a:defRPr sz="1400"/>
            </a:lvl3pPr>
            <a:lvl4pPr marL="1165225" indent="-285750">
              <a:lnSpc>
                <a:spcPct val="110000"/>
              </a:lnSpc>
              <a:spcBef>
                <a:spcPts val="0"/>
              </a:spcBef>
              <a:spcAft>
                <a:spcPts val="600"/>
              </a:spcAft>
              <a:buFont typeface="Segoe UI" panose="020B0502040204020203" pitchFamily="34" charset="0"/>
              <a:buChar char="‑"/>
              <a:defRPr sz="1400"/>
            </a:lvl4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5" name="Espace réservé du numéro de diapositive 2"/>
          <p:cNvSpPr>
            <a:spLocks noGrp="1"/>
          </p:cNvSpPr>
          <p:nvPr>
            <p:ph type="sldNum" sz="quarter" idx="15"/>
          </p:nvPr>
        </p:nvSpPr>
        <p:spPr>
          <a:xfrm>
            <a:off x="8836025" y="6407150"/>
            <a:ext cx="2844800" cy="365125"/>
          </a:xfrm>
        </p:spPr>
        <p:txBody>
          <a:bodyPr/>
          <a:lstStyle>
            <a:lvl1pPr algn="r">
              <a:defRPr sz="1200" smtClean="0">
                <a:solidFill>
                  <a:schemeClr val="bg1"/>
                </a:solidFill>
                <a:latin typeface="+mn-lt"/>
                <a:cs typeface="Browallia New" panose="020B0604020202020204" pitchFamily="34" charset="-34"/>
              </a:defRPr>
            </a:lvl1pPr>
          </a:lstStyle>
          <a:p>
            <a:pPr>
              <a:defRPr/>
            </a:pPr>
            <a:fld id="{02C566C8-D2E2-4979-81FE-6F1627C9E0A4}" type="slidenum">
              <a:rPr lang="fr-FR"/>
              <a:pPr>
                <a:defRPr/>
              </a:pPr>
              <a:t>‹N°›</a:t>
            </a:fld>
            <a:endParaRPr lang="fr-FR"/>
          </a:p>
        </p:txBody>
      </p:sp>
      <p:sp>
        <p:nvSpPr>
          <p:cNvPr id="7" name="Espace réservé du pied de page 3"/>
          <p:cNvSpPr>
            <a:spLocks noGrp="1"/>
          </p:cNvSpPr>
          <p:nvPr>
            <p:ph type="ftr" sz="quarter" idx="16"/>
          </p:nvPr>
        </p:nvSpPr>
        <p:spPr/>
        <p:txBody>
          <a:bodyPr/>
          <a:lstStyle>
            <a:lvl1pPr>
              <a:defRPr sz="1200" dirty="0" smtClean="0">
                <a:solidFill>
                  <a:schemeClr val="bg1"/>
                </a:solidFill>
                <a:latin typeface="+mn-lt"/>
                <a:cs typeface="Browallia New" panose="020B0604020202020204" pitchFamily="34" charset="-34"/>
              </a:defRPr>
            </a:lvl1pPr>
          </a:lstStyle>
          <a:p>
            <a:pPr>
              <a:defRPr/>
            </a:pPr>
            <a:r>
              <a:rPr lang="fr-FR"/>
              <a:t>2024 | ©</a:t>
            </a:r>
            <a:r>
              <a:rPr lang="fr-FR" err="1"/>
              <a:t>HeadMind</a:t>
            </a:r>
            <a:r>
              <a:rPr lang="fr-FR"/>
              <a:t> </a:t>
            </a:r>
            <a:r>
              <a:rPr lang="fr-FR" err="1"/>
              <a:t>Partners</a:t>
            </a:r>
            <a:r>
              <a:rPr lang="fr-FR"/>
              <a:t> AI &amp; </a:t>
            </a:r>
            <a:r>
              <a:rPr lang="fr-FR" err="1"/>
              <a:t>Blockchain</a:t>
            </a:r>
            <a:endParaRPr lang="fr-FR"/>
          </a:p>
        </p:txBody>
      </p:sp>
    </p:spTree>
    <p:extLst>
      <p:ext uri="{BB962C8B-B14F-4D97-AF65-F5344CB8AC3E}">
        <p14:creationId xmlns:p14="http://schemas.microsoft.com/office/powerpoint/2010/main" val="34602066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Page de Titre-Digital">
    <p:spTree>
      <p:nvGrpSpPr>
        <p:cNvPr id="1" name=""/>
        <p:cNvGrpSpPr/>
        <p:nvPr/>
      </p:nvGrpSpPr>
      <p:grpSpPr>
        <a:xfrm>
          <a:off x="0" y="0"/>
          <a:ext cx="0" cy="0"/>
          <a:chOff x="0" y="0"/>
          <a:chExt cx="0" cy="0"/>
        </a:xfrm>
      </p:grpSpPr>
      <p:pic>
        <p:nvPicPr>
          <p:cNvPr id="4" name="Image 6"/>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0" y="4102100"/>
            <a:ext cx="12192000" cy="275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Espace réservé du numéro de diapositive 2"/>
          <p:cNvSpPr txBox="1">
            <a:spLocks/>
          </p:cNvSpPr>
          <p:nvPr/>
        </p:nvSpPr>
        <p:spPr>
          <a:xfrm>
            <a:off x="11249025" y="6407150"/>
            <a:ext cx="719138" cy="365125"/>
          </a:xfrm>
          <a:prstGeom prst="rect">
            <a:avLst/>
          </a:prstGeom>
        </p:spPr>
        <p:txBody>
          <a:bodyPr lIns="0" tIns="108000" rIns="0"/>
          <a:lstStyle>
            <a:defPPr>
              <a:defRPr lang="fr-FR"/>
            </a:defPPr>
            <a:lvl1pPr marL="0" algn="r" defTabSz="914400" rtl="0" eaLnBrk="1" latinLnBrk="0" hangingPunct="1">
              <a:defRPr sz="1200" kern="1200">
                <a:solidFill>
                  <a:schemeClr val="bg1"/>
                </a:solidFill>
                <a:latin typeface="+mn-lt"/>
                <a:ea typeface="+mn-ea"/>
                <a:cs typeface="Browallia New" panose="020B0604020202020204" pitchFamily="34" charset="-34"/>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F4FFB720-E276-4088-AD58-4114EB1992FB}" type="slidenum">
              <a:rPr lang="fr-FR" smtClean="0"/>
              <a:pPr fontAlgn="auto">
                <a:spcBef>
                  <a:spcPts val="0"/>
                </a:spcBef>
                <a:spcAft>
                  <a:spcPts val="0"/>
                </a:spcAft>
                <a:defRPr/>
              </a:pPr>
              <a:t>‹N°›</a:t>
            </a:fld>
            <a:endParaRPr lang="fr-FR"/>
          </a:p>
        </p:txBody>
      </p:sp>
      <p:pic>
        <p:nvPicPr>
          <p:cNvPr id="6" name="Imag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7475" y="330200"/>
            <a:ext cx="4183063" cy="351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itre 1"/>
          <p:cNvSpPr>
            <a:spLocks noGrp="1"/>
          </p:cNvSpPr>
          <p:nvPr>
            <p:ph type="title"/>
          </p:nvPr>
        </p:nvSpPr>
        <p:spPr>
          <a:xfrm>
            <a:off x="4891733" y="2323782"/>
            <a:ext cx="6716792" cy="865186"/>
          </a:xfrm>
        </p:spPr>
        <p:txBody>
          <a:bodyPr/>
          <a:lstStyle>
            <a:lvl1pPr>
              <a:defRPr sz="4800">
                <a:solidFill>
                  <a:schemeClr val="tx1"/>
                </a:solidFill>
                <a:latin typeface="+mj-lt"/>
              </a:defRPr>
            </a:lvl1pPr>
          </a:lstStyle>
          <a:p>
            <a:r>
              <a:rPr lang="fr-FR"/>
              <a:t>Modifiez le style du titre</a:t>
            </a:r>
          </a:p>
        </p:txBody>
      </p:sp>
      <p:sp>
        <p:nvSpPr>
          <p:cNvPr id="25" name="Espace réservé du texte 4"/>
          <p:cNvSpPr>
            <a:spLocks noGrp="1"/>
          </p:cNvSpPr>
          <p:nvPr>
            <p:ph type="body" sz="quarter" idx="10"/>
          </p:nvPr>
        </p:nvSpPr>
        <p:spPr>
          <a:xfrm>
            <a:off x="4891733" y="4459399"/>
            <a:ext cx="6716792" cy="1128170"/>
          </a:xfrm>
        </p:spPr>
        <p:txBody>
          <a:bodyPr/>
          <a:lstStyle>
            <a:lvl1pPr marL="0" indent="0">
              <a:buNone/>
              <a:defRPr sz="2800">
                <a:solidFill>
                  <a:schemeClr val="bg1"/>
                </a:solidFill>
                <a:latin typeface="+mn-lt"/>
              </a:defRPr>
            </a:lvl1pPr>
            <a:lvl2pPr marL="269875" indent="0">
              <a:buNone/>
              <a:defRPr sz="2000">
                <a:solidFill>
                  <a:schemeClr val="bg1"/>
                </a:solidFill>
                <a:latin typeface="+mn-lt"/>
              </a:defRPr>
            </a:lvl2pPr>
            <a:lvl3pPr>
              <a:defRPr sz="1800">
                <a:solidFill>
                  <a:schemeClr val="bg1"/>
                </a:solidFill>
                <a:latin typeface="+mn-lt"/>
              </a:defRPr>
            </a:lvl3pPr>
            <a:lvl4pPr>
              <a:defRPr sz="1800">
                <a:solidFill>
                  <a:schemeClr val="bg1"/>
                </a:solidFill>
                <a:latin typeface="+mn-lt"/>
              </a:defRPr>
            </a:lvl4pPr>
            <a:lvl5pPr>
              <a:defRPr>
                <a:solidFill>
                  <a:schemeClr val="bg1"/>
                </a:solidFill>
              </a:defRPr>
            </a:lvl5pPr>
          </a:lstStyle>
          <a:p>
            <a:pPr lvl="0"/>
            <a:r>
              <a:rPr lang="fr-FR"/>
              <a:t>Modifier les styles du texte du masque</a:t>
            </a:r>
          </a:p>
        </p:txBody>
      </p:sp>
      <p:sp>
        <p:nvSpPr>
          <p:cNvPr id="7" name="Espace réservé du numéro de diapositive 2"/>
          <p:cNvSpPr>
            <a:spLocks noGrp="1"/>
          </p:cNvSpPr>
          <p:nvPr>
            <p:ph type="sldNum" sz="quarter" idx="11"/>
          </p:nvPr>
        </p:nvSpPr>
        <p:spPr/>
        <p:txBody>
          <a:bodyPr/>
          <a:lstStyle>
            <a:lvl1pPr algn="r">
              <a:defRPr sz="1200" smtClean="0">
                <a:solidFill>
                  <a:schemeClr val="bg1"/>
                </a:solidFill>
                <a:latin typeface="+mn-lt"/>
                <a:cs typeface="Browallia New" panose="020B0604020202020204" pitchFamily="34" charset="-34"/>
              </a:defRPr>
            </a:lvl1pPr>
          </a:lstStyle>
          <a:p>
            <a:pPr>
              <a:defRPr/>
            </a:pPr>
            <a:fld id="{CCFC9B61-2EE3-42BD-8A07-04EC2A882281}" type="slidenum">
              <a:rPr lang="fr-FR"/>
              <a:pPr>
                <a:defRPr/>
              </a:pPr>
              <a:t>‹N°›</a:t>
            </a:fld>
            <a:endParaRPr lang="fr-FR"/>
          </a:p>
        </p:txBody>
      </p:sp>
    </p:spTree>
    <p:extLst>
      <p:ext uri="{BB962C8B-B14F-4D97-AF65-F5344CB8AC3E}">
        <p14:creationId xmlns:p14="http://schemas.microsoft.com/office/powerpoint/2010/main" val="7142646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cxnSp>
        <p:nvCxnSpPr>
          <p:cNvPr id="3" name="Connecteur droit 2"/>
          <p:cNvCxnSpPr/>
          <p:nvPr/>
        </p:nvCxnSpPr>
        <p:spPr>
          <a:xfrm flipH="1">
            <a:off x="3886200" y="2101850"/>
            <a:ext cx="1588" cy="199390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4" name="Image 7"/>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82663" y="1871663"/>
            <a:ext cx="2505075" cy="250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Espace réservé du texte 14"/>
          <p:cNvSpPr>
            <a:spLocks noGrp="1"/>
          </p:cNvSpPr>
          <p:nvPr>
            <p:ph type="body" sz="quarter" idx="14"/>
          </p:nvPr>
        </p:nvSpPr>
        <p:spPr>
          <a:xfrm>
            <a:off x="4439816" y="2103019"/>
            <a:ext cx="6696744" cy="2041065"/>
          </a:xfrm>
        </p:spPr>
        <p:txBody>
          <a:bodyPr anchor="ctr"/>
          <a:lstStyle>
            <a:lvl1pPr marL="0" indent="0">
              <a:buNone/>
              <a:defRPr sz="1800">
                <a:solidFill>
                  <a:schemeClr val="tx1"/>
                </a:solidFill>
                <a:latin typeface="+mn-lt"/>
                <a:cs typeface="Browallia New" panose="020B0604020202020204" pitchFamily="34" charset="-34"/>
              </a:defRPr>
            </a:lvl1pPr>
            <a:lvl2pPr marL="444500" indent="-174625">
              <a:buFont typeface="Browallia New" panose="020B0604020202020204" pitchFamily="34" charset="-34"/>
              <a:buChar char="›"/>
              <a:defRPr sz="1600">
                <a:latin typeface="+mn-lt"/>
                <a:cs typeface="Browallia New" panose="020B0604020202020204" pitchFamily="34" charset="-34"/>
              </a:defRPr>
            </a:lvl2pPr>
            <a:lvl3pPr marL="806450" indent="-228600">
              <a:defRPr sz="1400">
                <a:latin typeface="+mn-lt"/>
                <a:cs typeface="Browallia New" panose="020B0604020202020204" pitchFamily="34" charset="-34"/>
              </a:defRPr>
            </a:lvl3pPr>
            <a:lvl4pPr marL="981075" indent="-241300">
              <a:buFont typeface="Calibri" panose="020F0502020204030204" pitchFamily="34" charset="0"/>
              <a:buChar char="−"/>
              <a:defRPr sz="1400">
                <a:latin typeface="+mn-lt"/>
                <a:cs typeface="Browallia New" panose="020B0604020202020204" pitchFamily="34" charset="-34"/>
              </a:defRPr>
            </a:lvl4pPr>
            <a:lvl5pPr marL="1250950" indent="-228600">
              <a:buFont typeface="Calibri" panose="020F0502020204030204" pitchFamily="34" charset="0"/>
              <a:buChar char="−"/>
              <a:defRPr sz="2000">
                <a:latin typeface="Browallia New" panose="020B0604020202020204" pitchFamily="34" charset="-34"/>
                <a:cs typeface="Browallia New" panose="020B0604020202020204" pitchFamily="34" charset="-34"/>
              </a:defRPr>
            </a:lvl5pPr>
          </a:lstStyle>
          <a:p>
            <a:pPr lvl="0"/>
            <a:r>
              <a:rPr lang="fr-FR"/>
              <a:t>Modifier les styles du texte du masque</a:t>
            </a:r>
          </a:p>
        </p:txBody>
      </p:sp>
      <p:sp>
        <p:nvSpPr>
          <p:cNvPr id="5" name="Espace réservé du numéro de diapositive 2"/>
          <p:cNvSpPr>
            <a:spLocks noGrp="1"/>
          </p:cNvSpPr>
          <p:nvPr>
            <p:ph type="sldNum" sz="quarter" idx="15"/>
          </p:nvPr>
        </p:nvSpPr>
        <p:spPr/>
        <p:txBody>
          <a:bodyPr/>
          <a:lstStyle>
            <a:lvl1pPr algn="r">
              <a:defRPr sz="1200" smtClean="0">
                <a:solidFill>
                  <a:schemeClr val="bg1"/>
                </a:solidFill>
                <a:latin typeface="+mn-lt"/>
                <a:cs typeface="Browallia New" panose="020B0604020202020204" pitchFamily="34" charset="-34"/>
              </a:defRPr>
            </a:lvl1pPr>
          </a:lstStyle>
          <a:p>
            <a:pPr>
              <a:defRPr/>
            </a:pPr>
            <a:fld id="{2860AC19-DB94-4543-8BC6-B20AA2170411}" type="slidenum">
              <a:rPr lang="fr-FR"/>
              <a:pPr>
                <a:defRPr/>
              </a:pPr>
              <a:t>‹N°›</a:t>
            </a:fld>
            <a:endParaRPr lang="fr-FR"/>
          </a:p>
        </p:txBody>
      </p:sp>
      <p:sp>
        <p:nvSpPr>
          <p:cNvPr id="8" name="Espace réservé du pied de page 3"/>
          <p:cNvSpPr>
            <a:spLocks noGrp="1"/>
          </p:cNvSpPr>
          <p:nvPr>
            <p:ph type="ftr" sz="quarter" idx="3"/>
          </p:nvPr>
        </p:nvSpPr>
        <p:spPr>
          <a:xfrm>
            <a:off x="511175" y="6407150"/>
            <a:ext cx="5672138" cy="365125"/>
          </a:xfrm>
          <a:prstGeom prst="rect">
            <a:avLst/>
          </a:prstGeom>
        </p:spPr>
        <p:txBody>
          <a:bodyPr tIns="108000"/>
          <a:lstStyle>
            <a:lvl1pPr eaLnBrk="1" fontAlgn="auto" hangingPunct="1">
              <a:spcBef>
                <a:spcPts val="0"/>
              </a:spcBef>
              <a:spcAft>
                <a:spcPts val="0"/>
              </a:spcAft>
              <a:defRPr sz="1200" dirty="0" smtClean="0">
                <a:solidFill>
                  <a:schemeClr val="bg1"/>
                </a:solidFill>
                <a:latin typeface="+mn-lt"/>
                <a:cs typeface="Browallia New" panose="020B0604020202020204" pitchFamily="34" charset="-34"/>
              </a:defRPr>
            </a:lvl1pPr>
          </a:lstStyle>
          <a:p>
            <a:pPr>
              <a:defRPr/>
            </a:pPr>
            <a:r>
              <a:rPr lang="fr-FR"/>
              <a:t>2024 | ©</a:t>
            </a:r>
            <a:r>
              <a:rPr lang="fr-FR" err="1"/>
              <a:t>HeadMind</a:t>
            </a:r>
            <a:r>
              <a:rPr lang="fr-FR"/>
              <a:t> </a:t>
            </a:r>
            <a:r>
              <a:rPr lang="fr-FR" err="1"/>
              <a:t>Partners</a:t>
            </a:r>
            <a:r>
              <a:rPr lang="fr-FR"/>
              <a:t> AI &amp; </a:t>
            </a:r>
            <a:r>
              <a:rPr lang="fr-FR" err="1"/>
              <a:t>Blockchain</a:t>
            </a:r>
            <a:endParaRPr lang="fr-FR"/>
          </a:p>
        </p:txBody>
      </p:sp>
    </p:spTree>
    <p:extLst>
      <p:ext uri="{BB962C8B-B14F-4D97-AF65-F5344CB8AC3E}">
        <p14:creationId xmlns:p14="http://schemas.microsoft.com/office/powerpoint/2010/main" val="4111964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Espace réservé du titre 1"/>
          <p:cNvSpPr>
            <a:spLocks noGrp="1"/>
          </p:cNvSpPr>
          <p:nvPr>
            <p:ph type="title"/>
          </p:nvPr>
        </p:nvSpPr>
        <p:spPr bwMode="auto">
          <a:xfrm>
            <a:off x="511910" y="188640"/>
            <a:ext cx="11153041" cy="865186"/>
          </a:xfrm>
          <a:prstGeom prst="rect">
            <a:avLst/>
          </a:prstGeom>
          <a:noFill/>
          <a:ln w="9525">
            <a:noFill/>
            <a:miter lim="800000"/>
            <a:headEnd/>
            <a:tailEnd/>
          </a:ln>
        </p:spPr>
        <p:txBody>
          <a:bodyPr vert="horz" wrap="square" lIns="91440" tIns="36000" rIns="91440" bIns="36000" numCol="1" anchor="b" anchorCtr="0" compatLnSpc="1">
            <a:prstTxWarp prst="textNoShape">
              <a:avLst/>
            </a:prstTxWarp>
          </a:bodyPr>
          <a:lstStyle/>
          <a:p>
            <a:pPr lvl="0"/>
            <a:r>
              <a:rPr lang="fr-FR"/>
              <a:t>Cliquez pour modifier le style du titre</a:t>
            </a:r>
          </a:p>
        </p:txBody>
      </p:sp>
      <p:sp>
        <p:nvSpPr>
          <p:cNvPr id="2051" name="Espace réservé du texte 2"/>
          <p:cNvSpPr>
            <a:spLocks noGrp="1"/>
          </p:cNvSpPr>
          <p:nvPr>
            <p:ph type="body" idx="1"/>
          </p:nvPr>
        </p:nvSpPr>
        <p:spPr bwMode="auto">
          <a:xfrm>
            <a:off x="511910" y="1563978"/>
            <a:ext cx="11153041" cy="445077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85750" lvl="0" indent="-285750" algn="l" rtl="0" fontAlgn="base">
              <a:spcBef>
                <a:spcPct val="20000"/>
              </a:spcBef>
              <a:spcAft>
                <a:spcPct val="0"/>
              </a:spcAft>
            </a:pPr>
            <a:r>
              <a:rPr lang="fr-FR"/>
              <a:t>Cliquez pour modifier les styles du texte du masque</a:t>
            </a:r>
          </a:p>
          <a:p>
            <a:pPr marL="444500" lvl="1" indent="-174625" algn="l" rtl="0" fontAlgn="base">
              <a:spcBef>
                <a:spcPct val="20000"/>
              </a:spcBef>
              <a:spcAft>
                <a:spcPct val="0"/>
              </a:spcAft>
              <a:buFont typeface="Browallia New" panose="020B0604020202020204" pitchFamily="34" charset="-34"/>
              <a:buChar char="›"/>
            </a:pPr>
            <a:r>
              <a:rPr lang="fr-FR"/>
              <a:t>Deuxième niveau</a:t>
            </a:r>
          </a:p>
          <a:p>
            <a:pPr marL="806450" lvl="2" indent="-228600" algn="l" rtl="0" fontAlgn="base">
              <a:spcBef>
                <a:spcPct val="20000"/>
              </a:spcBef>
              <a:spcAft>
                <a:spcPct val="0"/>
              </a:spcAft>
              <a:buFont typeface="Calibri" panose="020F0502020204030204" pitchFamily="34" charset="0"/>
              <a:buChar char="»"/>
            </a:pPr>
            <a:r>
              <a:rPr lang="fr-FR"/>
              <a:t>Troisième niveau</a:t>
            </a:r>
          </a:p>
          <a:p>
            <a:pPr marL="981075" lvl="3" indent="-241300" algn="l" rtl="0" fontAlgn="base">
              <a:spcBef>
                <a:spcPct val="20000"/>
              </a:spcBef>
              <a:spcAft>
                <a:spcPct val="0"/>
              </a:spcAft>
              <a:buFont typeface="Calibri" panose="020F0502020204030204" pitchFamily="34" charset="0"/>
              <a:buChar char="−"/>
            </a:pPr>
            <a:r>
              <a:rPr lang="fr-FR"/>
              <a:t>Quatrième niveau</a:t>
            </a:r>
          </a:p>
        </p:txBody>
      </p:sp>
      <p:sp>
        <p:nvSpPr>
          <p:cNvPr id="5" name="Espace réservé du numéro de diapositive 2"/>
          <p:cNvSpPr>
            <a:spLocks noGrp="1"/>
          </p:cNvSpPr>
          <p:nvPr>
            <p:ph type="sldNum" sz="quarter" idx="4"/>
          </p:nvPr>
        </p:nvSpPr>
        <p:spPr>
          <a:xfrm>
            <a:off x="11248525" y="6406728"/>
            <a:ext cx="72000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6" name="Espace réservé du pied de page 3"/>
          <p:cNvSpPr>
            <a:spLocks noGrp="1"/>
          </p:cNvSpPr>
          <p:nvPr>
            <p:ph type="ftr" sz="quarter" idx="3"/>
          </p:nvPr>
        </p:nvSpPr>
        <p:spPr>
          <a:xfrm>
            <a:off x="511908" y="6406728"/>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spTree>
    <p:extLst>
      <p:ext uri="{BB962C8B-B14F-4D97-AF65-F5344CB8AC3E}">
        <p14:creationId xmlns:p14="http://schemas.microsoft.com/office/powerpoint/2010/main" val="4284287071"/>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4" r:id="rId3"/>
    <p:sldLayoutId id="2147483692" r:id="rId4"/>
    <p:sldLayoutId id="2147483696" r:id="rId5"/>
    <p:sldLayoutId id="2147483693" r:id="rId6"/>
    <p:sldLayoutId id="2147483695" r:id="rId7"/>
    <p:sldLayoutId id="2147483662" r:id="rId8"/>
    <p:sldLayoutId id="2147483669" r:id="rId9"/>
    <p:sldLayoutId id="2147483670" r:id="rId10"/>
    <p:sldLayoutId id="2147483671" r:id="rId11"/>
    <p:sldLayoutId id="2147483672" r:id="rId12"/>
    <p:sldLayoutId id="2147483674" r:id="rId13"/>
    <p:sldLayoutId id="2147483678" r:id="rId14"/>
    <p:sldLayoutId id="2147483675" r:id="rId15"/>
    <p:sldLayoutId id="2147483676" r:id="rId16"/>
    <p:sldLayoutId id="2147483677" r:id="rId17"/>
    <p:sldLayoutId id="2147483679" r:id="rId18"/>
    <p:sldLayoutId id="2147483681" r:id="rId19"/>
    <p:sldLayoutId id="2147483697" r:id="rId20"/>
    <p:sldLayoutId id="2147483698" r:id="rId21"/>
    <p:sldLayoutId id="2147483699" r:id="rId22"/>
  </p:sldLayoutIdLst>
  <p:hf hdr="0" dt="0"/>
  <p:txStyles>
    <p:titleStyle>
      <a:lvl1pPr algn="l" rtl="0" eaLnBrk="1" fontAlgn="base" hangingPunct="1">
        <a:spcBef>
          <a:spcPct val="0"/>
        </a:spcBef>
        <a:spcAft>
          <a:spcPct val="0"/>
        </a:spcAft>
        <a:defRPr sz="2400" b="0" i="0" kern="1200" baseline="0">
          <a:solidFill>
            <a:srgbClr val="273457"/>
          </a:solidFill>
          <a:latin typeface="Franklin Gothic Book" panose="020B0503020102020204" pitchFamily="34" charset="0"/>
          <a:ea typeface="+mj-ea"/>
          <a:cs typeface="Franklin Gothic Book" panose="020B0503020102020204" pitchFamily="34" charset="0"/>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285750" indent="-285750" algn="l" rtl="0" eaLnBrk="1" fontAlgn="base" hangingPunct="1">
        <a:lnSpc>
          <a:spcPct val="112000"/>
        </a:lnSpc>
        <a:spcBef>
          <a:spcPts val="0"/>
        </a:spcBef>
        <a:spcAft>
          <a:spcPts val="600"/>
        </a:spcAft>
        <a:buFont typeface="Arial" panose="020B0604020202020204" pitchFamily="34" charset="0"/>
        <a:buChar char="•"/>
        <a:defRPr lang="fr-FR" sz="1800" b="0" i="0" kern="1200" dirty="0" smtClean="0">
          <a:solidFill>
            <a:schemeClr val="tx1"/>
          </a:solidFill>
          <a:latin typeface="Segoe UI" panose="020B0502040204020203" pitchFamily="34" charset="0"/>
          <a:ea typeface="+mn-ea"/>
          <a:cs typeface="Segoe UI" panose="020B0502040204020203" pitchFamily="34" charset="0"/>
        </a:defRPr>
      </a:lvl1pPr>
      <a:lvl2pPr marL="612775" indent="-342900" algn="l" rtl="0" eaLnBrk="1" fontAlgn="base" hangingPunct="1">
        <a:lnSpc>
          <a:spcPct val="112000"/>
        </a:lnSpc>
        <a:spcBef>
          <a:spcPts val="0"/>
        </a:spcBef>
        <a:spcAft>
          <a:spcPts val="600"/>
        </a:spcAft>
        <a:buFont typeface="Browallia New" panose="020B0604020202020204" pitchFamily="34" charset="-34"/>
        <a:buChar char="›"/>
        <a:defRPr lang="fr-FR" sz="1600" b="0" i="0" kern="1200" dirty="0" smtClean="0">
          <a:solidFill>
            <a:schemeClr val="tx1"/>
          </a:solidFill>
          <a:latin typeface="Segoe UI" panose="020B0502040204020203" pitchFamily="34" charset="0"/>
          <a:ea typeface="+mn-ea"/>
          <a:cs typeface="Segoe UI" panose="020B0502040204020203" pitchFamily="34" charset="0"/>
        </a:defRPr>
      </a:lvl2pPr>
      <a:lvl3pPr marL="920750" indent="-342900" algn="l" rtl="0" eaLnBrk="1" fontAlgn="base" hangingPunct="1">
        <a:lnSpc>
          <a:spcPct val="112000"/>
        </a:lnSpc>
        <a:spcBef>
          <a:spcPts val="0"/>
        </a:spcBef>
        <a:spcAft>
          <a:spcPts val="600"/>
        </a:spcAft>
        <a:buFont typeface="Calibri" panose="020F0502020204030204" pitchFamily="34" charset="0"/>
        <a:buChar char="»"/>
        <a:defRPr lang="fr-FR" sz="1400" b="0" i="0" kern="1200" dirty="0" smtClean="0">
          <a:solidFill>
            <a:schemeClr val="tx1"/>
          </a:solidFill>
          <a:latin typeface="Segoe UI" panose="020B0502040204020203" pitchFamily="34" charset="0"/>
          <a:ea typeface="+mn-ea"/>
          <a:cs typeface="Segoe UI" panose="020B0502040204020203" pitchFamily="34" charset="0"/>
        </a:defRPr>
      </a:lvl3pPr>
      <a:lvl4pPr marL="1025525" indent="-285750" algn="l" rtl="0" eaLnBrk="1" fontAlgn="base" hangingPunct="1">
        <a:lnSpc>
          <a:spcPct val="112000"/>
        </a:lnSpc>
        <a:spcBef>
          <a:spcPts val="0"/>
        </a:spcBef>
        <a:spcAft>
          <a:spcPts val="600"/>
        </a:spcAft>
        <a:buFont typeface="Arial" panose="020B0604020202020204" pitchFamily="34" charset="0"/>
        <a:buNone/>
        <a:defRPr lang="fr-FR" sz="1400" b="0" i="0" kern="1200" dirty="0" smtClean="0">
          <a:solidFill>
            <a:schemeClr val="tx1"/>
          </a:solidFill>
          <a:latin typeface="Segoe UI" panose="020B0502040204020203" pitchFamily="34" charset="0"/>
          <a:ea typeface="+mn-ea"/>
          <a:cs typeface="Segoe UI" panose="020B0502040204020203" pitchFamily="34" charset="0"/>
        </a:defRPr>
      </a:lvl4pPr>
      <a:lvl5pPr marL="1828800" indent="0" algn="l" rtl="0" eaLnBrk="1" fontAlgn="base" hangingPunct="1">
        <a:spcBef>
          <a:spcPct val="20000"/>
        </a:spcBef>
        <a:spcAft>
          <a:spcPct val="0"/>
        </a:spcAft>
        <a:buFont typeface="Arial" panose="020B0604020202020204" pitchFamily="34" charset="0"/>
        <a:buNone/>
        <a:defRPr sz="2000" kern="1200">
          <a:solidFill>
            <a:schemeClr val="tx1">
              <a:lumMod val="75000"/>
              <a:lumOff val="25000"/>
            </a:schemeClr>
          </a:solidFill>
          <a:latin typeface="Browallia New" panose="020B0604020202020204" pitchFamily="34" charset="-34"/>
          <a:ea typeface="+mn-ea"/>
          <a:cs typeface="Browallia New" panose="020B0604020202020204" pitchFamily="34" charset="-34"/>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intranet.beijaflore.com/intranet/llisapi.dll/app/nodes/13260553" TargetMode="External"/><Relationship Id="rId1" Type="http://schemas.openxmlformats.org/officeDocument/2006/relationships/slideLayout" Target="../slideLayouts/slideLayout6.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3" Type="http://schemas.openxmlformats.org/officeDocument/2006/relationships/hyperlink" Target="https://www.databridgemarketresearch.com/reports/global-sports-betting-market" TargetMode="External"/><Relationship Id="rId2" Type="http://schemas.openxmlformats.org/officeDocument/2006/relationships/hyperlink" Target="https://www.expertmarketresearch.com/reports/sports-betting-market" TargetMode="External"/><Relationship Id="rId1" Type="http://schemas.openxmlformats.org/officeDocument/2006/relationships/slideLayout" Target="../slideLayouts/slideLayout7.xml"/><Relationship Id="rId4" Type="http://schemas.openxmlformats.org/officeDocument/2006/relationships/hyperlink" Target="https://blog.bizvibe.com/blog/sports-betting-companies"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4265980" y="2477728"/>
            <a:ext cx="6731926" cy="1879135"/>
          </a:xfrm>
        </p:spPr>
        <p:txBody>
          <a:bodyPr/>
          <a:lstStyle/>
          <a:p>
            <a:r>
              <a:rPr lang="fr-FR" u="sng" dirty="0" smtClean="0">
                <a:latin typeface="Franklin Gothic Book"/>
              </a:rPr>
              <a:t>Stage </a:t>
            </a:r>
            <a:r>
              <a:rPr lang="fr-FR" u="sng" dirty="0" err="1" smtClean="0">
                <a:latin typeface="Franklin Gothic Book"/>
              </a:rPr>
              <a:t>Optim-Bet</a:t>
            </a:r>
            <a:r>
              <a:rPr lang="fr-FR" u="sng" dirty="0" smtClean="0">
                <a:latin typeface="Franklin Gothic Book"/>
              </a:rPr>
              <a:t>:</a:t>
            </a:r>
            <a:r>
              <a:rPr lang="fr-FR" dirty="0" smtClean="0">
                <a:latin typeface="Franklin Gothic Book"/>
              </a:rPr>
              <a:t/>
            </a:r>
            <a:br>
              <a:rPr lang="fr-FR" dirty="0" smtClean="0">
                <a:latin typeface="Franklin Gothic Book"/>
              </a:rPr>
            </a:br>
            <a:r>
              <a:rPr lang="fr-FR" dirty="0" smtClean="0">
                <a:latin typeface="Franklin Gothic Book"/>
              </a:rPr>
              <a:t>Optimiser les gains dans le monde des paris sportifs</a:t>
            </a:r>
            <a:endParaRPr lang="fr-FR" dirty="0">
              <a:solidFill>
                <a:srgbClr val="000000"/>
              </a:solidFill>
              <a:latin typeface="Franklin Gothic Book"/>
            </a:endParaRPr>
          </a:p>
        </p:txBody>
      </p:sp>
      <p:sp>
        <p:nvSpPr>
          <p:cNvPr id="5" name="Espace réservé du texte 4"/>
          <p:cNvSpPr>
            <a:spLocks noGrp="1"/>
          </p:cNvSpPr>
          <p:nvPr>
            <p:ph type="body" sz="quarter" idx="15"/>
          </p:nvPr>
        </p:nvSpPr>
        <p:spPr>
          <a:xfrm>
            <a:off x="4267200" y="4517493"/>
            <a:ext cx="6731926" cy="939410"/>
          </a:xfrm>
        </p:spPr>
        <p:txBody>
          <a:bodyPr/>
          <a:lstStyle/>
          <a:p>
            <a:r>
              <a:rPr lang="fr-FR" u="sng" dirty="0" smtClean="0">
                <a:solidFill>
                  <a:schemeClr val="bg2">
                    <a:lumMod val="10000"/>
                  </a:schemeClr>
                </a:solidFill>
                <a:latin typeface="Segoe UI"/>
                <a:cs typeface="Segoe UI"/>
              </a:rPr>
              <a:t>Stagiaire: </a:t>
            </a:r>
            <a:r>
              <a:rPr lang="fr-FR" dirty="0" smtClean="0">
                <a:solidFill>
                  <a:schemeClr val="bg2">
                    <a:lumMod val="10000"/>
                  </a:schemeClr>
                </a:solidFill>
                <a:latin typeface="Segoe UI"/>
                <a:cs typeface="Segoe UI"/>
              </a:rPr>
              <a:t>Julien </a:t>
            </a:r>
            <a:r>
              <a:rPr lang="fr-FR" dirty="0" err="1" smtClean="0">
                <a:solidFill>
                  <a:schemeClr val="bg2">
                    <a:lumMod val="10000"/>
                  </a:schemeClr>
                </a:solidFill>
                <a:latin typeface="Segoe UI"/>
                <a:cs typeface="Segoe UI"/>
              </a:rPr>
              <a:t>Delavande</a:t>
            </a:r>
            <a:endParaRPr lang="fr-FR" dirty="0" smtClean="0">
              <a:solidFill>
                <a:schemeClr val="bg2">
                  <a:lumMod val="10000"/>
                </a:schemeClr>
              </a:solidFill>
              <a:latin typeface="Segoe UI"/>
              <a:cs typeface="Segoe UI"/>
            </a:endParaRPr>
          </a:p>
          <a:p>
            <a:r>
              <a:rPr lang="fr-FR" u="sng" dirty="0">
                <a:solidFill>
                  <a:schemeClr val="bg2">
                    <a:lumMod val="10000"/>
                  </a:schemeClr>
                </a:solidFill>
                <a:latin typeface="Segoe UI"/>
                <a:cs typeface="Segoe UI"/>
              </a:rPr>
              <a:t>Tuteur: </a:t>
            </a:r>
            <a:r>
              <a:rPr lang="fr-FR" dirty="0">
                <a:solidFill>
                  <a:schemeClr val="bg2">
                    <a:lumMod val="10000"/>
                  </a:schemeClr>
                </a:solidFill>
                <a:latin typeface="Segoe UI"/>
                <a:cs typeface="Segoe UI"/>
              </a:rPr>
              <a:t>Pierre Louis Perez</a:t>
            </a:r>
            <a:endParaRPr lang="en-US" dirty="0">
              <a:solidFill>
                <a:schemeClr val="bg2">
                  <a:lumMod val="10000"/>
                </a:schemeClr>
              </a:solidFill>
              <a:latin typeface="Segoe UI"/>
              <a:cs typeface="Segoe UI"/>
            </a:endParaRPr>
          </a:p>
          <a:p>
            <a:r>
              <a:rPr lang="en-US" u="sng" dirty="0" err="1">
                <a:solidFill>
                  <a:schemeClr val="bg2">
                    <a:lumMod val="10000"/>
                  </a:schemeClr>
                </a:solidFill>
                <a:latin typeface="Segoe UI"/>
                <a:cs typeface="Segoe UI"/>
              </a:rPr>
              <a:t>Durée</a:t>
            </a:r>
            <a:r>
              <a:rPr lang="en-US" u="sng" dirty="0">
                <a:solidFill>
                  <a:schemeClr val="bg2">
                    <a:lumMod val="10000"/>
                  </a:schemeClr>
                </a:solidFill>
                <a:latin typeface="Segoe UI"/>
                <a:cs typeface="Segoe UI"/>
              </a:rPr>
              <a:t>: </a:t>
            </a:r>
            <a:r>
              <a:rPr lang="en-US" dirty="0" smtClean="0">
                <a:solidFill>
                  <a:schemeClr val="bg2">
                    <a:lumMod val="10000"/>
                  </a:schemeClr>
                </a:solidFill>
                <a:latin typeface="Segoe UI"/>
                <a:cs typeface="Segoe UI"/>
              </a:rPr>
              <a:t>Avril </a:t>
            </a:r>
            <a:r>
              <a:rPr lang="en-US" dirty="0">
                <a:solidFill>
                  <a:schemeClr val="bg2">
                    <a:lumMod val="10000"/>
                  </a:schemeClr>
                </a:solidFill>
                <a:latin typeface="Segoe UI"/>
                <a:cs typeface="Segoe UI"/>
              </a:rPr>
              <a:t>2024 – </a:t>
            </a:r>
            <a:r>
              <a:rPr lang="en-US" dirty="0" err="1" smtClean="0">
                <a:solidFill>
                  <a:schemeClr val="bg2">
                    <a:lumMod val="10000"/>
                  </a:schemeClr>
                </a:solidFill>
                <a:latin typeface="Segoe UI"/>
                <a:cs typeface="Segoe UI"/>
              </a:rPr>
              <a:t>Septembre</a:t>
            </a:r>
            <a:r>
              <a:rPr lang="en-US" dirty="0" smtClean="0">
                <a:solidFill>
                  <a:schemeClr val="bg2">
                    <a:lumMod val="10000"/>
                  </a:schemeClr>
                </a:solidFill>
                <a:latin typeface="Segoe UI"/>
                <a:cs typeface="Segoe UI"/>
              </a:rPr>
              <a:t> </a:t>
            </a:r>
            <a:r>
              <a:rPr lang="en-US" dirty="0">
                <a:solidFill>
                  <a:schemeClr val="bg2">
                    <a:lumMod val="10000"/>
                  </a:schemeClr>
                </a:solidFill>
                <a:latin typeface="Segoe UI"/>
                <a:cs typeface="Segoe UI"/>
              </a:rPr>
              <a:t>2024</a:t>
            </a:r>
          </a:p>
          <a:p>
            <a:endParaRPr lang="en-US" dirty="0">
              <a:solidFill>
                <a:srgbClr val="000000"/>
              </a:solidFill>
              <a:latin typeface="Segoe UI"/>
              <a:cs typeface="Segoe UI"/>
            </a:endParaRPr>
          </a:p>
          <a:p>
            <a:r>
              <a:rPr lang="fr-FR" sz="1200" dirty="0" smtClean="0">
                <a:latin typeface="Segoe UI"/>
                <a:cs typeface="Segoe UI"/>
              </a:rPr>
              <a:t>Avril </a:t>
            </a:r>
            <a:r>
              <a:rPr lang="fr-FR" sz="1200" dirty="0">
                <a:latin typeface="Segoe UI"/>
                <a:cs typeface="Segoe UI"/>
              </a:rPr>
              <a:t>2024</a:t>
            </a:r>
            <a:endParaRPr lang="en-US" sz="1200" dirty="0">
              <a:solidFill>
                <a:srgbClr val="000000"/>
              </a:solidFill>
              <a:latin typeface="Segoe UI"/>
              <a:cs typeface="Segoe UI"/>
            </a:endParaRPr>
          </a:p>
        </p:txBody>
      </p:sp>
    </p:spTree>
    <p:extLst>
      <p:ext uri="{BB962C8B-B14F-4D97-AF65-F5344CB8AC3E}">
        <p14:creationId xmlns:p14="http://schemas.microsoft.com/office/powerpoint/2010/main" val="1488571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Analyse du marché</a:t>
            </a:r>
            <a:endParaRPr lang="fr-FR" dirty="0"/>
          </a:p>
        </p:txBody>
      </p:sp>
      <p:sp>
        <p:nvSpPr>
          <p:cNvPr id="3" name="Espace réservé du numéro de diapositive 2"/>
          <p:cNvSpPr>
            <a:spLocks noGrp="1"/>
          </p:cNvSpPr>
          <p:nvPr>
            <p:ph type="sldNum" sz="quarter" idx="4"/>
          </p:nvPr>
        </p:nvSpPr>
        <p:spPr/>
        <p:txBody>
          <a:bodyPr/>
          <a:lstStyle/>
          <a:p>
            <a:pPr>
              <a:defRPr/>
            </a:pPr>
            <a:fld id="{F4FEB08F-923E-484A-9FC5-0AA7BDA29BD6}" type="slidenum">
              <a:rPr lang="fr-FR" smtClean="0"/>
              <a:pPr>
                <a:defRPr/>
              </a:pPr>
              <a:t>2</a:t>
            </a:fld>
            <a:endParaRPr lang="fr-FR"/>
          </a:p>
        </p:txBody>
      </p:sp>
      <p:sp>
        <p:nvSpPr>
          <p:cNvPr id="4" name="Espace réservé du pied de page 3"/>
          <p:cNvSpPr>
            <a:spLocks noGrp="1"/>
          </p:cNvSpPr>
          <p:nvPr>
            <p:ph type="ftr" sz="quarter" idx="3"/>
          </p:nvPr>
        </p:nvSpPr>
        <p:spPr/>
        <p:txBody>
          <a:bodyPr/>
          <a:lstStyle/>
          <a:p>
            <a:r>
              <a:rPr lang="fr-FR" smtClean="0"/>
              <a:t>2024 | ©HeadMind Partners | Publique</a:t>
            </a:r>
            <a:endParaRPr lang="fr-FR"/>
          </a:p>
        </p:txBody>
      </p:sp>
      <p:sp>
        <p:nvSpPr>
          <p:cNvPr id="5" name="Espace réservé du texte 4"/>
          <p:cNvSpPr>
            <a:spLocks noGrp="1"/>
          </p:cNvSpPr>
          <p:nvPr>
            <p:ph type="body" sz="quarter" idx="10"/>
          </p:nvPr>
        </p:nvSpPr>
        <p:spPr/>
        <p:txBody>
          <a:bodyPr/>
          <a:lstStyle/>
          <a:p>
            <a:endParaRPr lang="fr-FR" dirty="0"/>
          </a:p>
        </p:txBody>
      </p:sp>
    </p:spTree>
    <p:extLst>
      <p:ext uri="{BB962C8B-B14F-4D97-AF65-F5344CB8AC3E}">
        <p14:creationId xmlns:p14="http://schemas.microsoft.com/office/powerpoint/2010/main" val="533997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Historique</a:t>
            </a:r>
            <a:endParaRPr lang="fr-FR" dirty="0"/>
          </a:p>
        </p:txBody>
      </p:sp>
      <p:sp>
        <p:nvSpPr>
          <p:cNvPr id="3" name="Espace réservé du texte 2"/>
          <p:cNvSpPr>
            <a:spLocks noGrp="1"/>
          </p:cNvSpPr>
          <p:nvPr>
            <p:ph type="body" sz="quarter" idx="14"/>
          </p:nvPr>
        </p:nvSpPr>
        <p:spPr>
          <a:xfrm>
            <a:off x="164494" y="1163945"/>
            <a:ext cx="11847871" cy="3663694"/>
          </a:xfrm>
        </p:spPr>
        <p:txBody>
          <a:bodyPr/>
          <a:lstStyle/>
          <a:p>
            <a:pPr algn="just"/>
            <a:r>
              <a:rPr lang="fr-FR" sz="1400" b="1" dirty="0" smtClean="0"/>
              <a:t>Antiquité </a:t>
            </a:r>
            <a:r>
              <a:rPr lang="fr-FR" sz="1400" b="1" dirty="0"/>
              <a:t>: </a:t>
            </a:r>
            <a:r>
              <a:rPr lang="fr-FR" sz="1400" dirty="0"/>
              <a:t>Origines des paris sportifs remontant à l'Antiquité avec des paris sur des compétitions de chariots et des événements sportifs comme les Jeux Olympiques en Grèce</a:t>
            </a:r>
            <a:r>
              <a:rPr lang="fr-FR" sz="1400" dirty="0" smtClean="0"/>
              <a:t>.</a:t>
            </a:r>
            <a:endParaRPr lang="fr-FR" sz="1400" dirty="0"/>
          </a:p>
          <a:p>
            <a:pPr algn="just"/>
            <a:r>
              <a:rPr lang="fr-FR" sz="1400" b="1" dirty="0" smtClean="0"/>
              <a:t>XVIIIe siècle</a:t>
            </a:r>
            <a:r>
              <a:rPr lang="fr-FR" sz="1400" b="1" dirty="0"/>
              <a:t> </a:t>
            </a:r>
            <a:r>
              <a:rPr lang="fr-FR" sz="1400" b="1" dirty="0" smtClean="0"/>
              <a:t>: </a:t>
            </a:r>
            <a:r>
              <a:rPr lang="fr-FR" sz="1400" dirty="0"/>
              <a:t>Développement des paris hippiques en Angleterre avec l'organisation de courses de chevaux et la création des premiers bookmakers.</a:t>
            </a:r>
          </a:p>
          <a:p>
            <a:pPr algn="just"/>
            <a:r>
              <a:rPr lang="fr-FR" sz="1400" b="1" dirty="0" smtClean="0"/>
              <a:t>XIXe siècle </a:t>
            </a:r>
            <a:r>
              <a:rPr lang="fr-FR" sz="1400" b="1" dirty="0"/>
              <a:t>: </a:t>
            </a:r>
            <a:r>
              <a:rPr lang="fr-FR" sz="1400" dirty="0"/>
              <a:t>Expansion des paris sportifs aux États-Unis, popularisés notamment autour des courses de chevaux et de la boxe</a:t>
            </a:r>
            <a:r>
              <a:rPr lang="fr-FR" sz="1400" dirty="0" smtClean="0"/>
              <a:t>.</a:t>
            </a:r>
            <a:endParaRPr lang="fr-FR" sz="1400" dirty="0"/>
          </a:p>
          <a:p>
            <a:pPr algn="just"/>
            <a:r>
              <a:rPr lang="fr-FR" sz="1400" b="1" dirty="0" smtClean="0"/>
              <a:t>XXe siècle </a:t>
            </a:r>
            <a:r>
              <a:rPr lang="fr-FR" sz="1400" dirty="0"/>
              <a:t>: Légalisation et régulation croissante des paris sportifs dans de nombreux pays. Apparition des paris mutualisés et fixes</a:t>
            </a:r>
            <a:r>
              <a:rPr lang="fr-FR" sz="1400" dirty="0" smtClean="0"/>
              <a:t>.</a:t>
            </a:r>
            <a:endParaRPr lang="fr-FR" sz="1400" dirty="0"/>
          </a:p>
          <a:p>
            <a:pPr algn="just"/>
            <a:r>
              <a:rPr lang="fr-FR" sz="1400" b="1" dirty="0" smtClean="0"/>
              <a:t>Années 1960</a:t>
            </a:r>
            <a:r>
              <a:rPr lang="fr-FR" sz="1400" b="1" dirty="0"/>
              <a:t> </a:t>
            </a:r>
            <a:r>
              <a:rPr lang="fr-FR" sz="1400" b="1" dirty="0" smtClean="0"/>
              <a:t>: </a:t>
            </a:r>
            <a:r>
              <a:rPr lang="fr-FR" sz="1400" dirty="0"/>
              <a:t>Émergence des paris légalisés sur d'autres sports comme le football, le basket-ball, etc</a:t>
            </a:r>
            <a:r>
              <a:rPr lang="fr-FR" sz="1400" dirty="0" smtClean="0"/>
              <a:t>.</a:t>
            </a:r>
            <a:endParaRPr lang="fr-FR" sz="1400" dirty="0"/>
          </a:p>
          <a:p>
            <a:pPr algn="just"/>
            <a:r>
              <a:rPr lang="fr-FR" sz="1400" b="1" dirty="0" smtClean="0"/>
              <a:t>Années 1990 </a:t>
            </a:r>
            <a:r>
              <a:rPr lang="fr-FR" sz="1400" dirty="0"/>
              <a:t>: Début de la révolution numérique. Les paris sportifs commencent à se déplacer vers internet, offrant une accessibilité et une variété plus grandes</a:t>
            </a:r>
            <a:r>
              <a:rPr lang="fr-FR" sz="1400" dirty="0" smtClean="0"/>
              <a:t>.</a:t>
            </a:r>
            <a:r>
              <a:rPr lang="fr-FR" sz="1400" dirty="0"/>
              <a:t> </a:t>
            </a:r>
          </a:p>
          <a:p>
            <a:pPr algn="just"/>
            <a:r>
              <a:rPr lang="fr-FR" sz="1400" b="1" dirty="0" smtClean="0"/>
              <a:t>Années 2000 </a:t>
            </a:r>
            <a:r>
              <a:rPr lang="fr-FR" sz="1400" b="1" dirty="0"/>
              <a:t>: </a:t>
            </a:r>
            <a:r>
              <a:rPr lang="fr-FR" sz="1400" dirty="0"/>
              <a:t>Expansion massive des paris en ligne grâce à l'avènement d'internet. Diversification des types de paris disponibles et croissance de l'offre en direct</a:t>
            </a:r>
            <a:r>
              <a:rPr lang="fr-FR" sz="1400" dirty="0" smtClean="0"/>
              <a:t>.</a:t>
            </a:r>
            <a:endParaRPr lang="fr-FR" sz="1400" dirty="0"/>
          </a:p>
          <a:p>
            <a:pPr algn="just"/>
            <a:r>
              <a:rPr lang="fr-FR" sz="1400" b="1" dirty="0" smtClean="0"/>
              <a:t>Années 2010 </a:t>
            </a:r>
            <a:r>
              <a:rPr lang="fr-FR" sz="1400" b="1" dirty="0"/>
              <a:t>: </a:t>
            </a:r>
            <a:r>
              <a:rPr lang="fr-FR" sz="1400" dirty="0"/>
              <a:t>Introduction des applications mobiles de paris sportifs, facilitant les paris en temps réel et à tout moment</a:t>
            </a:r>
            <a:r>
              <a:rPr lang="fr-FR" sz="1400" dirty="0" smtClean="0"/>
              <a:t>.</a:t>
            </a:r>
            <a:endParaRPr lang="fr-FR" sz="1400" dirty="0"/>
          </a:p>
          <a:p>
            <a:pPr algn="just"/>
            <a:r>
              <a:rPr lang="fr-FR" sz="1400" b="1" dirty="0" smtClean="0"/>
              <a:t>Années 2020 </a:t>
            </a:r>
            <a:r>
              <a:rPr lang="fr-FR" sz="1400" b="1" dirty="0"/>
              <a:t>: </a:t>
            </a:r>
            <a:r>
              <a:rPr lang="fr-FR" sz="1400" dirty="0"/>
              <a:t>Croissance de l'utilisation des données et de l'analyse avancée pour améliorer les prédictions et les stratégies de paris. Légalisation et réglementation croissantes dans plusieurs nouveaux marchés, notamment aux États-Unis</a:t>
            </a:r>
            <a:r>
              <a:rPr lang="fr-FR" sz="1400" dirty="0" smtClean="0"/>
              <a:t>.</a:t>
            </a:r>
            <a:r>
              <a:rPr lang="fr-FR" sz="1400" dirty="0"/>
              <a:t> </a:t>
            </a:r>
          </a:p>
          <a:p>
            <a:pPr algn="just"/>
            <a:r>
              <a:rPr lang="fr-FR" sz="1400" b="1" dirty="0" smtClean="0"/>
              <a:t>Aujourd'hui </a:t>
            </a:r>
            <a:r>
              <a:rPr lang="fr-FR" sz="1400" b="1" dirty="0"/>
              <a:t>et </a:t>
            </a:r>
            <a:r>
              <a:rPr lang="fr-FR" sz="1400" b="1" dirty="0" smtClean="0"/>
              <a:t>futur </a:t>
            </a:r>
            <a:r>
              <a:rPr lang="fr-FR" sz="1400" b="1" dirty="0"/>
              <a:t>: </a:t>
            </a:r>
            <a:r>
              <a:rPr lang="fr-FR" sz="1400" dirty="0"/>
              <a:t>Intégration croissante de la technologie </a:t>
            </a:r>
            <a:r>
              <a:rPr lang="fr-FR" sz="1400" dirty="0" err="1"/>
              <a:t>blockchain</a:t>
            </a:r>
            <a:r>
              <a:rPr lang="fr-FR" sz="1400" dirty="0"/>
              <a:t> et des </a:t>
            </a:r>
            <a:r>
              <a:rPr lang="fr-FR" sz="1400" dirty="0" err="1"/>
              <a:t>cryptomonnaies</a:t>
            </a:r>
            <a:r>
              <a:rPr lang="fr-FR" sz="1400" dirty="0"/>
              <a:t> dans les paris sportifs. Augmentation de l'interactivité et de la personnalisation grâce à l'IA et les technologies de réalité augmentée.</a:t>
            </a:r>
          </a:p>
          <a:p>
            <a:pPr marL="0" indent="0" algn="just">
              <a:buNone/>
            </a:pPr>
            <a:endParaRPr lang="fr-FR" sz="1000" dirty="0">
              <a:solidFill>
                <a:srgbClr val="002060"/>
              </a:solidFill>
              <a:latin typeface="Segoe UI"/>
              <a:cs typeface="Segoe UI"/>
            </a:endParaRPr>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3</a:t>
            </a:fld>
            <a:endParaRPr lang="fr-FR"/>
          </a:p>
        </p:txBody>
      </p:sp>
      <p:sp>
        <p:nvSpPr>
          <p:cNvPr id="5" name="Espace réservé du pied de page 4"/>
          <p:cNvSpPr>
            <a:spLocks noGrp="1"/>
          </p:cNvSpPr>
          <p:nvPr>
            <p:ph type="ftr" sz="quarter" idx="3"/>
          </p:nvPr>
        </p:nvSpPr>
        <p:spPr>
          <a:xfrm>
            <a:off x="164494" y="6492875"/>
            <a:ext cx="5672016" cy="365125"/>
          </a:xfrm>
        </p:spPr>
        <p:txBody>
          <a:bodyPr/>
          <a:lstStyle/>
          <a:p>
            <a:r>
              <a:rPr lang="fr-FR" smtClean="0"/>
              <a:t>2024 | ©HeadMind Partners | Publique</a:t>
            </a:r>
            <a:endParaRPr lang="fr-FR"/>
          </a:p>
        </p:txBody>
      </p:sp>
    </p:spTree>
    <p:extLst>
      <p:ext uri="{BB962C8B-B14F-4D97-AF65-F5344CB8AC3E}">
        <p14:creationId xmlns:p14="http://schemas.microsoft.com/office/powerpoint/2010/main" val="3270302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Evolution du marché du paris sportif</a:t>
            </a:r>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4</a:t>
            </a:fld>
            <a:endParaRPr lang="fr-FR"/>
          </a:p>
        </p:txBody>
      </p:sp>
      <p:sp>
        <p:nvSpPr>
          <p:cNvPr id="5" name="Espace réservé du pied de page 4"/>
          <p:cNvSpPr>
            <a:spLocks noGrp="1"/>
          </p:cNvSpPr>
          <p:nvPr>
            <p:ph type="ftr" sz="quarter" idx="3"/>
          </p:nvPr>
        </p:nvSpPr>
        <p:spPr/>
        <p:txBody>
          <a:bodyPr/>
          <a:lstStyle/>
          <a:p>
            <a:r>
              <a:rPr lang="fr-FR" smtClean="0"/>
              <a:t>2024 | ©HeadMind Partners | Publique</a:t>
            </a:r>
            <a:endParaRPr lang="fr-FR"/>
          </a:p>
        </p:txBody>
      </p:sp>
      <p:pic>
        <p:nvPicPr>
          <p:cNvPr id="6" name="Picture 3" descr="Sports Betting Market"/>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035278" y="2096068"/>
            <a:ext cx="7514082" cy="375352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2930014" y="5849590"/>
            <a:ext cx="6096000" cy="261610"/>
          </a:xfrm>
          <a:prstGeom prst="rect">
            <a:avLst/>
          </a:prstGeom>
        </p:spPr>
        <p:txBody>
          <a:bodyPr>
            <a:spAutoFit/>
          </a:bodyPr>
          <a:lstStyle/>
          <a:p>
            <a:pPr algn="ctr"/>
            <a:r>
              <a:rPr lang="en-US" sz="1100" u="sng" dirty="0" err="1" smtClean="0"/>
              <a:t>Prévision</a:t>
            </a:r>
            <a:r>
              <a:rPr lang="en-US" sz="1100" u="sng" dirty="0" smtClean="0"/>
              <a:t> de </a:t>
            </a:r>
            <a:r>
              <a:rPr lang="en-US" sz="1100" u="sng" dirty="0" err="1" smtClean="0"/>
              <a:t>l’évolution</a:t>
            </a:r>
            <a:r>
              <a:rPr lang="en-US" sz="1100" u="sng" dirty="0" smtClean="0"/>
              <a:t> du </a:t>
            </a:r>
            <a:r>
              <a:rPr lang="en-US" sz="1100" u="sng" dirty="0" err="1" smtClean="0"/>
              <a:t>marché</a:t>
            </a:r>
            <a:r>
              <a:rPr lang="en-US" sz="1100" u="sng" dirty="0" smtClean="0"/>
              <a:t> du </a:t>
            </a:r>
            <a:r>
              <a:rPr lang="en-US" sz="1100" u="sng" dirty="0" err="1" smtClean="0"/>
              <a:t>paris</a:t>
            </a:r>
            <a:r>
              <a:rPr lang="en-US" sz="1100" u="sng" dirty="0" smtClean="0"/>
              <a:t> </a:t>
            </a:r>
            <a:r>
              <a:rPr lang="en-US" sz="1100" u="sng" dirty="0" err="1" smtClean="0"/>
              <a:t>sportif</a:t>
            </a:r>
            <a:r>
              <a:rPr lang="en-US" sz="1100" u="sng" dirty="0" smtClean="0"/>
              <a:t> entre 2024 et 2031 [2] </a:t>
            </a:r>
            <a:endParaRPr lang="fr-FR" sz="1100" u="sng" dirty="0"/>
          </a:p>
        </p:txBody>
      </p:sp>
      <p:sp>
        <p:nvSpPr>
          <p:cNvPr id="8" name="ZoneTexte 7"/>
          <p:cNvSpPr txBox="1"/>
          <p:nvPr/>
        </p:nvSpPr>
        <p:spPr>
          <a:xfrm>
            <a:off x="511910" y="1172738"/>
            <a:ext cx="11153041" cy="923330"/>
          </a:xfrm>
          <a:prstGeom prst="rect">
            <a:avLst/>
          </a:prstGeom>
          <a:noFill/>
        </p:spPr>
        <p:txBody>
          <a:bodyPr wrap="square" rtlCol="0">
            <a:spAutoFit/>
          </a:bodyPr>
          <a:lstStyle/>
          <a:p>
            <a:pPr algn="just"/>
            <a:r>
              <a:rPr lang="fr-FR" dirty="0" smtClean="0"/>
              <a:t>En 2023, le marché du paris sportif représentais environ entre 98 [1] et 160 [2] milliards de dollars.</a:t>
            </a:r>
          </a:p>
          <a:p>
            <a:pPr algn="just"/>
            <a:r>
              <a:rPr lang="fr-FR" dirty="0" smtClean="0"/>
              <a:t>Le marché devrait augmenter à la vitesse de 9.30% [1] (9.20% [2]) par an entre 2024 et 2030. </a:t>
            </a:r>
          </a:p>
          <a:p>
            <a:pPr algn="just"/>
            <a:r>
              <a:rPr lang="fr-FR" dirty="0" smtClean="0"/>
              <a:t>Ainsi en 2031-2032, le marché devrait se situer entre 325 [2] et 218 [1] milliards de dollars.</a:t>
            </a:r>
          </a:p>
        </p:txBody>
      </p:sp>
    </p:spTree>
    <p:extLst>
      <p:ext uri="{BB962C8B-B14F-4D97-AF65-F5344CB8AC3E}">
        <p14:creationId xmlns:p14="http://schemas.microsoft.com/office/powerpoint/2010/main" val="185736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Drivers de l’évolution</a:t>
            </a:r>
            <a:endParaRPr lang="fr-FR" dirty="0"/>
          </a:p>
        </p:txBody>
      </p:sp>
      <p:sp>
        <p:nvSpPr>
          <p:cNvPr id="3" name="Espace réservé du texte 2"/>
          <p:cNvSpPr>
            <a:spLocks noGrp="1"/>
          </p:cNvSpPr>
          <p:nvPr>
            <p:ph type="body" sz="quarter" idx="14"/>
          </p:nvPr>
        </p:nvSpPr>
        <p:spPr/>
        <p:txBody>
          <a:bodyPr/>
          <a:lstStyle/>
          <a:p>
            <a:r>
              <a:rPr lang="fr-FR" dirty="0" smtClean="0"/>
              <a:t>Démocratisation d’internet et des smartphones</a:t>
            </a:r>
          </a:p>
          <a:p>
            <a:r>
              <a:rPr lang="fr-FR" dirty="0" smtClean="0"/>
              <a:t>Explosions du nombre de données en temps réelles : augmentation du nombre de paris</a:t>
            </a:r>
          </a:p>
          <a:p>
            <a:r>
              <a:rPr lang="fr-FR" dirty="0" smtClean="0"/>
              <a:t>Apparition de stratégies basées sur l’apprentissage machine</a:t>
            </a:r>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5</a:t>
            </a:fld>
            <a:endParaRPr lang="fr-FR"/>
          </a:p>
        </p:txBody>
      </p:sp>
      <p:sp>
        <p:nvSpPr>
          <p:cNvPr id="5" name="Espace réservé du pied de page 4"/>
          <p:cNvSpPr>
            <a:spLocks noGrp="1"/>
          </p:cNvSpPr>
          <p:nvPr>
            <p:ph type="ftr" sz="quarter" idx="3"/>
          </p:nvPr>
        </p:nvSpPr>
        <p:spPr/>
        <p:txBody>
          <a:bodyPr/>
          <a:lstStyle/>
          <a:p>
            <a:r>
              <a:rPr lang="fr-FR" smtClean="0"/>
              <a:t>2024 | ©HeadMind Partners | Publique</a:t>
            </a:r>
            <a:endParaRPr lang="fr-FR"/>
          </a:p>
        </p:txBody>
      </p:sp>
    </p:spTree>
    <p:extLst>
      <p:ext uri="{BB962C8B-B14F-4D97-AF65-F5344CB8AC3E}">
        <p14:creationId xmlns:p14="http://schemas.microsoft.com/office/powerpoint/2010/main" val="2383545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Principaux acteurs et part de marché</a:t>
            </a:r>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6</a:t>
            </a:fld>
            <a:endParaRPr lang="fr-FR"/>
          </a:p>
        </p:txBody>
      </p:sp>
      <p:sp>
        <p:nvSpPr>
          <p:cNvPr id="5" name="Espace réservé du pied de page 4"/>
          <p:cNvSpPr>
            <a:spLocks noGrp="1"/>
          </p:cNvSpPr>
          <p:nvPr>
            <p:ph type="ftr" sz="quarter" idx="3"/>
          </p:nvPr>
        </p:nvSpPr>
        <p:spPr/>
        <p:txBody>
          <a:bodyPr/>
          <a:lstStyle/>
          <a:p>
            <a:r>
              <a:rPr lang="fr-FR" smtClean="0"/>
              <a:t>2024 | ©HeadMind Partners | Publique</a:t>
            </a:r>
            <a:endParaRPr lang="fr-FR"/>
          </a:p>
        </p:txBody>
      </p:sp>
      <p:pic>
        <p:nvPicPr>
          <p:cNvPr id="11" name="Image 10"/>
          <p:cNvPicPr>
            <a:picLocks noChangeAspect="1"/>
          </p:cNvPicPr>
          <p:nvPr/>
        </p:nvPicPr>
        <p:blipFill>
          <a:blip r:embed="rId2"/>
          <a:stretch>
            <a:fillRect/>
          </a:stretch>
        </p:blipFill>
        <p:spPr>
          <a:xfrm>
            <a:off x="116606" y="1490288"/>
            <a:ext cx="5606148" cy="3473597"/>
          </a:xfrm>
          <a:prstGeom prst="rect">
            <a:avLst/>
          </a:prstGeom>
        </p:spPr>
      </p:pic>
      <p:graphicFrame>
        <p:nvGraphicFramePr>
          <p:cNvPr id="12" name="Tableau 11"/>
          <p:cNvGraphicFramePr>
            <a:graphicFrameLocks noGrp="1"/>
          </p:cNvGraphicFramePr>
          <p:nvPr>
            <p:extLst>
              <p:ext uri="{D42A27DB-BD31-4B8C-83A1-F6EECF244321}">
                <p14:modId xmlns:p14="http://schemas.microsoft.com/office/powerpoint/2010/main" val="3451767231"/>
              </p:ext>
            </p:extLst>
          </p:nvPr>
        </p:nvGraphicFramePr>
        <p:xfrm>
          <a:off x="5866424" y="1220835"/>
          <a:ext cx="6084276" cy="4012505"/>
        </p:xfrm>
        <a:graphic>
          <a:graphicData uri="http://schemas.openxmlformats.org/drawingml/2006/table">
            <a:tbl>
              <a:tblPr firstRow="1" bandRow="1">
                <a:tableStyleId>{C083E6E3-FA7D-4D7B-A595-EF9225AFEA82}</a:tableStyleId>
              </a:tblPr>
              <a:tblGrid>
                <a:gridCol w="593370">
                  <a:extLst>
                    <a:ext uri="{9D8B030D-6E8A-4147-A177-3AD203B41FA5}">
                      <a16:colId xmlns:a16="http://schemas.microsoft.com/office/drawing/2014/main" val="1566365852"/>
                    </a:ext>
                  </a:extLst>
                </a:gridCol>
                <a:gridCol w="2448768">
                  <a:extLst>
                    <a:ext uri="{9D8B030D-6E8A-4147-A177-3AD203B41FA5}">
                      <a16:colId xmlns:a16="http://schemas.microsoft.com/office/drawing/2014/main" val="1194321756"/>
                    </a:ext>
                  </a:extLst>
                </a:gridCol>
                <a:gridCol w="1162936">
                  <a:extLst>
                    <a:ext uri="{9D8B030D-6E8A-4147-A177-3AD203B41FA5}">
                      <a16:colId xmlns:a16="http://schemas.microsoft.com/office/drawing/2014/main" val="3879833438"/>
                    </a:ext>
                  </a:extLst>
                </a:gridCol>
                <a:gridCol w="1879202">
                  <a:extLst>
                    <a:ext uri="{9D8B030D-6E8A-4147-A177-3AD203B41FA5}">
                      <a16:colId xmlns:a16="http://schemas.microsoft.com/office/drawing/2014/main" val="14489386"/>
                    </a:ext>
                  </a:extLst>
                </a:gridCol>
              </a:tblGrid>
              <a:tr h="446589">
                <a:tc>
                  <a:txBody>
                    <a:bodyPr/>
                    <a:lstStyle/>
                    <a:p>
                      <a:r>
                        <a:rPr lang="fr-FR" sz="1200" dirty="0">
                          <a:effectLst/>
                        </a:rPr>
                        <a:t>Rank</a:t>
                      </a:r>
                      <a:endParaRPr lang="fr-FR" sz="1200" b="1" dirty="0">
                        <a:effectLst/>
                        <a:latin typeface="var(--font-heading)"/>
                      </a:endParaRPr>
                    </a:p>
                  </a:txBody>
                  <a:tcPr anchor="ctr"/>
                </a:tc>
                <a:tc>
                  <a:txBody>
                    <a:bodyPr/>
                    <a:lstStyle/>
                    <a:p>
                      <a:r>
                        <a:rPr lang="fr-FR" sz="1200">
                          <a:effectLst/>
                        </a:rPr>
                        <a:t>Sports Betting Company</a:t>
                      </a:r>
                      <a:endParaRPr lang="fr-FR" sz="1200" b="1">
                        <a:effectLst/>
                        <a:latin typeface="var(--font-heading)"/>
                      </a:endParaRPr>
                    </a:p>
                  </a:txBody>
                  <a:tcPr anchor="ctr"/>
                </a:tc>
                <a:tc>
                  <a:txBody>
                    <a:bodyPr/>
                    <a:lstStyle/>
                    <a:p>
                      <a:r>
                        <a:rPr lang="fr-FR" sz="1200">
                          <a:effectLst/>
                        </a:rPr>
                        <a:t>Revenue (USD billions)</a:t>
                      </a:r>
                      <a:endParaRPr lang="fr-FR" sz="1200" b="1">
                        <a:effectLst/>
                        <a:latin typeface="var(--font-heading)"/>
                      </a:endParaRPr>
                    </a:p>
                  </a:txBody>
                  <a:tcPr anchor="ctr"/>
                </a:tc>
                <a:tc>
                  <a:txBody>
                    <a:bodyPr/>
                    <a:lstStyle/>
                    <a:p>
                      <a:r>
                        <a:rPr lang="fr-FR" sz="1200">
                          <a:effectLst/>
                        </a:rPr>
                        <a:t>Headquarters</a:t>
                      </a:r>
                      <a:endParaRPr lang="fr-FR" sz="1200" b="1">
                        <a:effectLst/>
                        <a:latin typeface="var(--font-heading)"/>
                      </a:endParaRPr>
                    </a:p>
                  </a:txBody>
                  <a:tcPr anchor="ctr"/>
                </a:tc>
                <a:extLst>
                  <a:ext uri="{0D108BD9-81ED-4DB2-BD59-A6C34878D82A}">
                    <a16:rowId xmlns:a16="http://schemas.microsoft.com/office/drawing/2014/main" val="809177171"/>
                  </a:ext>
                </a:extLst>
              </a:tr>
              <a:tr h="439803">
                <a:tc>
                  <a:txBody>
                    <a:bodyPr/>
                    <a:lstStyle/>
                    <a:p>
                      <a:r>
                        <a:rPr lang="fr-FR" sz="1200" dirty="0">
                          <a:effectLst/>
                        </a:rPr>
                        <a:t>1</a:t>
                      </a:r>
                    </a:p>
                  </a:txBody>
                  <a:tcPr anchor="ctr"/>
                </a:tc>
                <a:tc>
                  <a:txBody>
                    <a:bodyPr/>
                    <a:lstStyle/>
                    <a:p>
                      <a:r>
                        <a:rPr lang="fr-FR" sz="1200" dirty="0">
                          <a:effectLst/>
                        </a:rPr>
                        <a:t>International Game </a:t>
                      </a:r>
                      <a:r>
                        <a:rPr lang="fr-FR" sz="1200" dirty="0" err="1">
                          <a:effectLst/>
                        </a:rPr>
                        <a:t>Technology</a:t>
                      </a:r>
                      <a:endParaRPr lang="fr-FR" sz="1200" dirty="0">
                        <a:effectLst/>
                      </a:endParaRPr>
                    </a:p>
                  </a:txBody>
                  <a:tcPr anchor="ctr"/>
                </a:tc>
                <a:tc>
                  <a:txBody>
                    <a:bodyPr/>
                    <a:lstStyle/>
                    <a:p>
                      <a:r>
                        <a:rPr lang="fr-FR" sz="1200">
                          <a:effectLst/>
                        </a:rPr>
                        <a:t>4.69</a:t>
                      </a:r>
                    </a:p>
                  </a:txBody>
                  <a:tcPr anchor="ctr"/>
                </a:tc>
                <a:tc>
                  <a:txBody>
                    <a:bodyPr/>
                    <a:lstStyle/>
                    <a:p>
                      <a:r>
                        <a:rPr lang="fr-FR" sz="1200">
                          <a:effectLst/>
                        </a:rPr>
                        <a:t>London, England</a:t>
                      </a:r>
                    </a:p>
                  </a:txBody>
                  <a:tcPr anchor="ctr"/>
                </a:tc>
                <a:extLst>
                  <a:ext uri="{0D108BD9-81ED-4DB2-BD59-A6C34878D82A}">
                    <a16:rowId xmlns:a16="http://schemas.microsoft.com/office/drawing/2014/main" val="3751131098"/>
                  </a:ext>
                </a:extLst>
              </a:tr>
              <a:tr h="267954">
                <a:tc>
                  <a:txBody>
                    <a:bodyPr/>
                    <a:lstStyle/>
                    <a:p>
                      <a:r>
                        <a:rPr lang="fr-FR" sz="1200">
                          <a:effectLst/>
                        </a:rPr>
                        <a:t>2</a:t>
                      </a:r>
                    </a:p>
                  </a:txBody>
                  <a:tcPr anchor="ctr"/>
                </a:tc>
                <a:tc>
                  <a:txBody>
                    <a:bodyPr/>
                    <a:lstStyle/>
                    <a:p>
                      <a:r>
                        <a:rPr lang="fr-FR" sz="1200">
                          <a:effectLst/>
                        </a:rPr>
                        <a:t>GVC Holdings</a:t>
                      </a:r>
                    </a:p>
                  </a:txBody>
                  <a:tcPr anchor="ctr"/>
                </a:tc>
                <a:tc>
                  <a:txBody>
                    <a:bodyPr/>
                    <a:lstStyle/>
                    <a:p>
                      <a:r>
                        <a:rPr lang="fr-FR" sz="1200">
                          <a:effectLst/>
                        </a:rPr>
                        <a:t>4.33</a:t>
                      </a:r>
                    </a:p>
                  </a:txBody>
                  <a:tcPr anchor="ctr"/>
                </a:tc>
                <a:tc>
                  <a:txBody>
                    <a:bodyPr/>
                    <a:lstStyle/>
                    <a:p>
                      <a:r>
                        <a:rPr lang="fr-FR" sz="1200">
                          <a:effectLst/>
                        </a:rPr>
                        <a:t>Douglas, Isle of Man</a:t>
                      </a:r>
                    </a:p>
                  </a:txBody>
                  <a:tcPr anchor="ctr"/>
                </a:tc>
                <a:extLst>
                  <a:ext uri="{0D108BD9-81ED-4DB2-BD59-A6C34878D82A}">
                    <a16:rowId xmlns:a16="http://schemas.microsoft.com/office/drawing/2014/main" val="2942383923"/>
                  </a:ext>
                </a:extLst>
              </a:tr>
              <a:tr h="446589">
                <a:tc>
                  <a:txBody>
                    <a:bodyPr/>
                    <a:lstStyle/>
                    <a:p>
                      <a:r>
                        <a:rPr lang="fr-FR" sz="1200">
                          <a:effectLst/>
                        </a:rPr>
                        <a:t>3</a:t>
                      </a:r>
                    </a:p>
                  </a:txBody>
                  <a:tcPr anchor="ctr"/>
                </a:tc>
                <a:tc>
                  <a:txBody>
                    <a:bodyPr/>
                    <a:lstStyle/>
                    <a:p>
                      <a:r>
                        <a:rPr lang="fr-FR" sz="1200" dirty="0">
                          <a:effectLst/>
                        </a:rPr>
                        <a:t>Bet365</a:t>
                      </a:r>
                    </a:p>
                  </a:txBody>
                  <a:tcPr anchor="ctr"/>
                </a:tc>
                <a:tc>
                  <a:txBody>
                    <a:bodyPr/>
                    <a:lstStyle/>
                    <a:p>
                      <a:r>
                        <a:rPr lang="fr-FR" sz="1200" dirty="0">
                          <a:effectLst/>
                        </a:rPr>
                        <a:t>3.9</a:t>
                      </a:r>
                    </a:p>
                  </a:txBody>
                  <a:tcPr anchor="ctr"/>
                </a:tc>
                <a:tc>
                  <a:txBody>
                    <a:bodyPr/>
                    <a:lstStyle/>
                    <a:p>
                      <a:r>
                        <a:rPr lang="fr-FR" sz="1200">
                          <a:effectLst/>
                        </a:rPr>
                        <a:t>Stoke-on-Trent, England</a:t>
                      </a:r>
                    </a:p>
                  </a:txBody>
                  <a:tcPr anchor="ctr"/>
                </a:tc>
                <a:extLst>
                  <a:ext uri="{0D108BD9-81ED-4DB2-BD59-A6C34878D82A}">
                    <a16:rowId xmlns:a16="http://schemas.microsoft.com/office/drawing/2014/main" val="792230596"/>
                  </a:ext>
                </a:extLst>
              </a:tr>
              <a:tr h="267954">
                <a:tc>
                  <a:txBody>
                    <a:bodyPr/>
                    <a:lstStyle/>
                    <a:p>
                      <a:r>
                        <a:rPr lang="fr-FR" sz="1200">
                          <a:effectLst/>
                        </a:rPr>
                        <a:t>4</a:t>
                      </a:r>
                    </a:p>
                  </a:txBody>
                  <a:tcPr anchor="ctr"/>
                </a:tc>
                <a:tc>
                  <a:txBody>
                    <a:bodyPr/>
                    <a:lstStyle/>
                    <a:p>
                      <a:r>
                        <a:rPr lang="fr-FR" sz="1200" dirty="0">
                          <a:effectLst/>
                        </a:rPr>
                        <a:t>Scientific </a:t>
                      </a:r>
                      <a:r>
                        <a:rPr lang="fr-FR" sz="1200" dirty="0" err="1">
                          <a:effectLst/>
                        </a:rPr>
                        <a:t>Games</a:t>
                      </a:r>
                      <a:endParaRPr lang="fr-FR" sz="1200" dirty="0">
                        <a:effectLst/>
                      </a:endParaRPr>
                    </a:p>
                  </a:txBody>
                  <a:tcPr anchor="ctr"/>
                </a:tc>
                <a:tc>
                  <a:txBody>
                    <a:bodyPr/>
                    <a:lstStyle/>
                    <a:p>
                      <a:r>
                        <a:rPr lang="fr-FR" sz="1200">
                          <a:effectLst/>
                        </a:rPr>
                        <a:t>3.36</a:t>
                      </a:r>
                    </a:p>
                  </a:txBody>
                  <a:tcPr anchor="ctr"/>
                </a:tc>
                <a:tc>
                  <a:txBody>
                    <a:bodyPr/>
                    <a:lstStyle/>
                    <a:p>
                      <a:r>
                        <a:rPr lang="fr-FR" sz="1200">
                          <a:effectLst/>
                        </a:rPr>
                        <a:t>Las Vegas, Nevada</a:t>
                      </a:r>
                    </a:p>
                  </a:txBody>
                  <a:tcPr anchor="ctr"/>
                </a:tc>
                <a:extLst>
                  <a:ext uri="{0D108BD9-81ED-4DB2-BD59-A6C34878D82A}">
                    <a16:rowId xmlns:a16="http://schemas.microsoft.com/office/drawing/2014/main" val="519913298"/>
                  </a:ext>
                </a:extLst>
              </a:tr>
              <a:tr h="425362">
                <a:tc>
                  <a:txBody>
                    <a:bodyPr/>
                    <a:lstStyle/>
                    <a:p>
                      <a:r>
                        <a:rPr lang="fr-FR" sz="1200">
                          <a:effectLst/>
                        </a:rPr>
                        <a:t>5</a:t>
                      </a:r>
                    </a:p>
                  </a:txBody>
                  <a:tcPr anchor="ctr"/>
                </a:tc>
                <a:tc>
                  <a:txBody>
                    <a:bodyPr/>
                    <a:lstStyle/>
                    <a:p>
                      <a:r>
                        <a:rPr lang="fr-FR" sz="1200" dirty="0">
                          <a:effectLst/>
                        </a:rPr>
                        <a:t>Flutter Entertainment</a:t>
                      </a:r>
                    </a:p>
                  </a:txBody>
                  <a:tcPr anchor="ctr"/>
                </a:tc>
                <a:tc>
                  <a:txBody>
                    <a:bodyPr/>
                    <a:lstStyle/>
                    <a:p>
                      <a:r>
                        <a:rPr lang="fr-FR" sz="1200">
                          <a:effectLst/>
                        </a:rPr>
                        <a:t>2.64</a:t>
                      </a:r>
                    </a:p>
                  </a:txBody>
                  <a:tcPr anchor="ctr"/>
                </a:tc>
                <a:tc>
                  <a:txBody>
                    <a:bodyPr/>
                    <a:lstStyle/>
                    <a:p>
                      <a:r>
                        <a:rPr lang="fr-FR" sz="1200">
                          <a:effectLst/>
                        </a:rPr>
                        <a:t>Dublin, Ireland</a:t>
                      </a:r>
                    </a:p>
                  </a:txBody>
                  <a:tcPr anchor="ctr"/>
                </a:tc>
                <a:extLst>
                  <a:ext uri="{0D108BD9-81ED-4DB2-BD59-A6C34878D82A}">
                    <a16:rowId xmlns:a16="http://schemas.microsoft.com/office/drawing/2014/main" val="2749016733"/>
                  </a:ext>
                </a:extLst>
              </a:tr>
              <a:tr h="425362">
                <a:tc>
                  <a:txBody>
                    <a:bodyPr/>
                    <a:lstStyle/>
                    <a:p>
                      <a:r>
                        <a:rPr lang="fr-FR" sz="1200" dirty="0">
                          <a:effectLst/>
                        </a:rPr>
                        <a:t>6</a:t>
                      </a:r>
                    </a:p>
                  </a:txBody>
                  <a:tcPr anchor="ctr"/>
                </a:tc>
                <a:tc>
                  <a:txBody>
                    <a:bodyPr/>
                    <a:lstStyle/>
                    <a:p>
                      <a:r>
                        <a:rPr lang="fr-FR" sz="1200">
                          <a:effectLst/>
                        </a:rPr>
                        <a:t>William Hill PLC</a:t>
                      </a:r>
                    </a:p>
                  </a:txBody>
                  <a:tcPr anchor="ctr"/>
                </a:tc>
                <a:tc>
                  <a:txBody>
                    <a:bodyPr/>
                    <a:lstStyle/>
                    <a:p>
                      <a:r>
                        <a:rPr lang="fr-FR" sz="1200" dirty="0">
                          <a:effectLst/>
                        </a:rPr>
                        <a:t>2.28</a:t>
                      </a:r>
                    </a:p>
                  </a:txBody>
                  <a:tcPr anchor="ctr"/>
                </a:tc>
                <a:tc>
                  <a:txBody>
                    <a:bodyPr/>
                    <a:lstStyle/>
                    <a:p>
                      <a:r>
                        <a:rPr lang="fr-FR" sz="1200">
                          <a:effectLst/>
                        </a:rPr>
                        <a:t>London, England, UK</a:t>
                      </a:r>
                    </a:p>
                  </a:txBody>
                  <a:tcPr anchor="ctr"/>
                </a:tc>
                <a:extLst>
                  <a:ext uri="{0D108BD9-81ED-4DB2-BD59-A6C34878D82A}">
                    <a16:rowId xmlns:a16="http://schemas.microsoft.com/office/drawing/2014/main" val="44670064"/>
                  </a:ext>
                </a:extLst>
              </a:tr>
              <a:tr h="446589">
                <a:tc>
                  <a:txBody>
                    <a:bodyPr/>
                    <a:lstStyle/>
                    <a:p>
                      <a:r>
                        <a:rPr lang="fr-FR" sz="1200">
                          <a:effectLst/>
                        </a:rPr>
                        <a:t>7</a:t>
                      </a:r>
                    </a:p>
                  </a:txBody>
                  <a:tcPr anchor="ctr"/>
                </a:tc>
                <a:tc>
                  <a:txBody>
                    <a:bodyPr/>
                    <a:lstStyle/>
                    <a:p>
                      <a:r>
                        <a:rPr lang="fr-FR" sz="1200" dirty="0">
                          <a:effectLst/>
                        </a:rPr>
                        <a:t>The Stars Group</a:t>
                      </a:r>
                    </a:p>
                  </a:txBody>
                  <a:tcPr anchor="ctr"/>
                </a:tc>
                <a:tc>
                  <a:txBody>
                    <a:bodyPr/>
                    <a:lstStyle/>
                    <a:p>
                      <a:r>
                        <a:rPr lang="fr-FR" sz="1200">
                          <a:effectLst/>
                        </a:rPr>
                        <a:t>2</a:t>
                      </a:r>
                    </a:p>
                  </a:txBody>
                  <a:tcPr anchor="ctr"/>
                </a:tc>
                <a:tc>
                  <a:txBody>
                    <a:bodyPr/>
                    <a:lstStyle/>
                    <a:p>
                      <a:r>
                        <a:rPr lang="fr-FR" sz="1200">
                          <a:effectLst/>
                        </a:rPr>
                        <a:t>Toronto, Ontario, Canada</a:t>
                      </a:r>
                    </a:p>
                  </a:txBody>
                  <a:tcPr anchor="ctr"/>
                </a:tc>
                <a:extLst>
                  <a:ext uri="{0D108BD9-81ED-4DB2-BD59-A6C34878D82A}">
                    <a16:rowId xmlns:a16="http://schemas.microsoft.com/office/drawing/2014/main" val="351252805"/>
                  </a:ext>
                </a:extLst>
              </a:tr>
              <a:tr h="267954">
                <a:tc>
                  <a:txBody>
                    <a:bodyPr/>
                    <a:lstStyle/>
                    <a:p>
                      <a:r>
                        <a:rPr lang="fr-FR" sz="1200">
                          <a:effectLst/>
                        </a:rPr>
                        <a:t>8</a:t>
                      </a:r>
                    </a:p>
                  </a:txBody>
                  <a:tcPr anchor="ctr"/>
                </a:tc>
                <a:tc>
                  <a:txBody>
                    <a:bodyPr/>
                    <a:lstStyle/>
                    <a:p>
                      <a:r>
                        <a:rPr lang="fr-FR" sz="1200" dirty="0" err="1">
                          <a:effectLst/>
                        </a:rPr>
                        <a:t>Playtech</a:t>
                      </a:r>
                      <a:endParaRPr lang="fr-FR" sz="1200" dirty="0">
                        <a:effectLst/>
                      </a:endParaRPr>
                    </a:p>
                  </a:txBody>
                  <a:tcPr anchor="ctr"/>
                </a:tc>
                <a:tc>
                  <a:txBody>
                    <a:bodyPr/>
                    <a:lstStyle/>
                    <a:p>
                      <a:r>
                        <a:rPr lang="fr-FR" sz="1200" dirty="0">
                          <a:effectLst/>
                        </a:rPr>
                        <a:t>1.75</a:t>
                      </a:r>
                    </a:p>
                  </a:txBody>
                  <a:tcPr anchor="ctr"/>
                </a:tc>
                <a:tc>
                  <a:txBody>
                    <a:bodyPr/>
                    <a:lstStyle/>
                    <a:p>
                      <a:r>
                        <a:rPr lang="fr-FR" sz="1200">
                          <a:effectLst/>
                        </a:rPr>
                        <a:t>Douglas, Isle of Man</a:t>
                      </a:r>
                    </a:p>
                  </a:txBody>
                  <a:tcPr anchor="ctr"/>
                </a:tc>
                <a:extLst>
                  <a:ext uri="{0D108BD9-81ED-4DB2-BD59-A6C34878D82A}">
                    <a16:rowId xmlns:a16="http://schemas.microsoft.com/office/drawing/2014/main" val="1997876714"/>
                  </a:ext>
                </a:extLst>
              </a:tr>
              <a:tr h="267954">
                <a:tc>
                  <a:txBody>
                    <a:bodyPr/>
                    <a:lstStyle/>
                    <a:p>
                      <a:r>
                        <a:rPr lang="fr-FR" sz="1200">
                          <a:effectLst/>
                        </a:rPr>
                        <a:t>9</a:t>
                      </a:r>
                    </a:p>
                  </a:txBody>
                  <a:tcPr anchor="ctr"/>
                </a:tc>
                <a:tc>
                  <a:txBody>
                    <a:bodyPr/>
                    <a:lstStyle/>
                    <a:p>
                      <a:r>
                        <a:rPr lang="fr-FR" sz="1200">
                          <a:effectLst/>
                        </a:rPr>
                        <a:t>Kindred Group</a:t>
                      </a:r>
                    </a:p>
                  </a:txBody>
                  <a:tcPr anchor="ctr"/>
                </a:tc>
                <a:tc>
                  <a:txBody>
                    <a:bodyPr/>
                    <a:lstStyle/>
                    <a:p>
                      <a:r>
                        <a:rPr lang="fr-FR" sz="1200" dirty="0">
                          <a:effectLst/>
                        </a:rPr>
                        <a:t>1.28</a:t>
                      </a:r>
                    </a:p>
                  </a:txBody>
                  <a:tcPr anchor="ctr"/>
                </a:tc>
                <a:tc>
                  <a:txBody>
                    <a:bodyPr/>
                    <a:lstStyle/>
                    <a:p>
                      <a:r>
                        <a:rPr lang="fr-FR" sz="1200" dirty="0">
                          <a:effectLst/>
                        </a:rPr>
                        <a:t>Malta</a:t>
                      </a:r>
                    </a:p>
                  </a:txBody>
                  <a:tcPr anchor="ctr"/>
                </a:tc>
                <a:extLst>
                  <a:ext uri="{0D108BD9-81ED-4DB2-BD59-A6C34878D82A}">
                    <a16:rowId xmlns:a16="http://schemas.microsoft.com/office/drawing/2014/main" val="3392657127"/>
                  </a:ext>
                </a:extLst>
              </a:tr>
              <a:tr h="267954">
                <a:tc>
                  <a:txBody>
                    <a:bodyPr/>
                    <a:lstStyle/>
                    <a:p>
                      <a:r>
                        <a:rPr lang="fr-FR" sz="1200">
                          <a:effectLst/>
                        </a:rPr>
                        <a:t>10</a:t>
                      </a:r>
                    </a:p>
                  </a:txBody>
                  <a:tcPr anchor="ctr"/>
                </a:tc>
                <a:tc>
                  <a:txBody>
                    <a:bodyPr/>
                    <a:lstStyle/>
                    <a:p>
                      <a:r>
                        <a:rPr lang="fr-FR" sz="1200">
                          <a:effectLst/>
                        </a:rPr>
                        <a:t>888 Holdings</a:t>
                      </a:r>
                    </a:p>
                  </a:txBody>
                  <a:tcPr anchor="ctr"/>
                </a:tc>
                <a:tc>
                  <a:txBody>
                    <a:bodyPr/>
                    <a:lstStyle/>
                    <a:p>
                      <a:r>
                        <a:rPr lang="fr-FR" sz="1200">
                          <a:effectLst/>
                        </a:rPr>
                        <a:t>0.56</a:t>
                      </a:r>
                    </a:p>
                  </a:txBody>
                  <a:tcPr anchor="ctr"/>
                </a:tc>
                <a:tc>
                  <a:txBody>
                    <a:bodyPr/>
                    <a:lstStyle/>
                    <a:p>
                      <a:r>
                        <a:rPr lang="fr-FR" sz="1200" dirty="0" err="1">
                          <a:effectLst/>
                        </a:rPr>
                        <a:t>Europort</a:t>
                      </a:r>
                      <a:r>
                        <a:rPr lang="fr-FR" sz="1200" dirty="0">
                          <a:effectLst/>
                        </a:rPr>
                        <a:t>, Gibraltar</a:t>
                      </a:r>
                    </a:p>
                  </a:txBody>
                  <a:tcPr anchor="ctr"/>
                </a:tc>
                <a:extLst>
                  <a:ext uri="{0D108BD9-81ED-4DB2-BD59-A6C34878D82A}">
                    <a16:rowId xmlns:a16="http://schemas.microsoft.com/office/drawing/2014/main" val="3327981745"/>
                  </a:ext>
                </a:extLst>
              </a:tr>
            </a:tbl>
          </a:graphicData>
        </a:graphic>
      </p:graphicFrame>
    </p:spTree>
    <p:extLst>
      <p:ext uri="{BB962C8B-B14F-4D97-AF65-F5344CB8AC3E}">
        <p14:creationId xmlns:p14="http://schemas.microsoft.com/office/powerpoint/2010/main" val="1785083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Segmentation du marché</a:t>
            </a:r>
            <a:endParaRPr lang="fr-FR" dirty="0"/>
          </a:p>
        </p:txBody>
      </p:sp>
      <p:sp>
        <p:nvSpPr>
          <p:cNvPr id="3" name="Espace réservé du texte 2"/>
          <p:cNvSpPr>
            <a:spLocks noGrp="1"/>
          </p:cNvSpPr>
          <p:nvPr>
            <p:ph type="body" sz="quarter" idx="14"/>
          </p:nvPr>
        </p:nvSpPr>
        <p:spPr>
          <a:xfrm>
            <a:off x="511910" y="1568450"/>
            <a:ext cx="11137237" cy="4467225"/>
          </a:xfrm>
        </p:spPr>
        <p:txBody>
          <a:bodyPr/>
          <a:lstStyle/>
          <a:p>
            <a:r>
              <a:rPr lang="fr-FR" dirty="0" smtClean="0"/>
              <a:t>Différents types de paris</a:t>
            </a:r>
          </a:p>
          <a:p>
            <a:r>
              <a:rPr lang="fr-FR" dirty="0" smtClean="0"/>
              <a:t>Différents sports</a:t>
            </a:r>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7</a:t>
            </a:fld>
            <a:endParaRPr lang="fr-FR"/>
          </a:p>
        </p:txBody>
      </p:sp>
      <p:sp>
        <p:nvSpPr>
          <p:cNvPr id="5" name="Espace réservé du pied de page 4"/>
          <p:cNvSpPr>
            <a:spLocks noGrp="1"/>
          </p:cNvSpPr>
          <p:nvPr>
            <p:ph type="ftr" sz="quarter" idx="3"/>
          </p:nvPr>
        </p:nvSpPr>
        <p:spPr/>
        <p:txBody>
          <a:bodyPr/>
          <a:lstStyle/>
          <a:p>
            <a:r>
              <a:rPr lang="fr-FR" smtClean="0"/>
              <a:t>2024 | ©HeadMind Partners | Publique</a:t>
            </a:r>
            <a:endParaRPr lang="fr-FR"/>
          </a:p>
        </p:txBody>
      </p:sp>
    </p:spTree>
    <p:extLst>
      <p:ext uri="{BB962C8B-B14F-4D97-AF65-F5344CB8AC3E}">
        <p14:creationId xmlns:p14="http://schemas.microsoft.com/office/powerpoint/2010/main" val="7022863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Formalisation du problème</a:t>
            </a:r>
            <a:endParaRPr lang="fr-FR" dirty="0"/>
          </a:p>
        </p:txBody>
      </p:sp>
      <p:sp>
        <p:nvSpPr>
          <p:cNvPr id="3" name="Espace réservé du numéro de diapositive 2"/>
          <p:cNvSpPr>
            <a:spLocks noGrp="1"/>
          </p:cNvSpPr>
          <p:nvPr>
            <p:ph type="sldNum" sz="quarter" idx="4"/>
          </p:nvPr>
        </p:nvSpPr>
        <p:spPr/>
        <p:txBody>
          <a:bodyPr/>
          <a:lstStyle/>
          <a:p>
            <a:pPr>
              <a:defRPr/>
            </a:pPr>
            <a:fld id="{F4FEB08F-923E-484A-9FC5-0AA7BDA29BD6}" type="slidenum">
              <a:rPr lang="fr-FR" smtClean="0"/>
              <a:pPr>
                <a:defRPr/>
              </a:pPr>
              <a:t>8</a:t>
            </a:fld>
            <a:endParaRPr lang="fr-FR"/>
          </a:p>
        </p:txBody>
      </p:sp>
      <p:sp>
        <p:nvSpPr>
          <p:cNvPr id="4" name="Espace réservé du pied de page 3"/>
          <p:cNvSpPr>
            <a:spLocks noGrp="1"/>
          </p:cNvSpPr>
          <p:nvPr>
            <p:ph type="ftr" sz="quarter" idx="3"/>
          </p:nvPr>
        </p:nvSpPr>
        <p:spPr/>
        <p:txBody>
          <a:bodyPr/>
          <a:lstStyle/>
          <a:p>
            <a:r>
              <a:rPr lang="fr-FR" smtClean="0"/>
              <a:t>2024 | ©HeadMind Partners | Publique</a:t>
            </a:r>
            <a:endParaRPr lang="fr-FR"/>
          </a:p>
        </p:txBody>
      </p:sp>
      <p:sp>
        <p:nvSpPr>
          <p:cNvPr id="5" name="Espace réservé du texte 4"/>
          <p:cNvSpPr>
            <a:spLocks noGrp="1"/>
          </p:cNvSpPr>
          <p:nvPr>
            <p:ph type="body" sz="quarter" idx="10"/>
          </p:nvPr>
        </p:nvSpPr>
        <p:spPr/>
        <p:txBody>
          <a:bodyPr/>
          <a:lstStyle/>
          <a:p>
            <a:endParaRPr lang="fr-FR" dirty="0"/>
          </a:p>
        </p:txBody>
      </p:sp>
    </p:spTree>
    <p:extLst>
      <p:ext uri="{BB962C8B-B14F-4D97-AF65-F5344CB8AC3E}">
        <p14:creationId xmlns:p14="http://schemas.microsoft.com/office/powerpoint/2010/main" val="1824760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Formalisation du problème</a:t>
            </a:r>
          </a:p>
        </p:txBody>
      </p:sp>
      <p:sp>
        <p:nvSpPr>
          <p:cNvPr id="3" name="Espace réservé du texte 2"/>
          <p:cNvSpPr>
            <a:spLocks noGrp="1"/>
          </p:cNvSpPr>
          <p:nvPr>
            <p:ph type="body" sz="quarter" idx="14"/>
          </p:nvPr>
        </p:nvSpPr>
        <p:spPr/>
        <p:txBody>
          <a:bodyPr/>
          <a:lstStyle/>
          <a:p>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9</a:t>
            </a:fld>
            <a:endParaRPr lang="fr-FR"/>
          </a:p>
        </p:txBody>
      </p:sp>
      <p:sp>
        <p:nvSpPr>
          <p:cNvPr id="5" name="Espace réservé du pied de page 4"/>
          <p:cNvSpPr>
            <a:spLocks noGrp="1"/>
          </p:cNvSpPr>
          <p:nvPr>
            <p:ph type="ftr" sz="quarter" idx="3"/>
          </p:nvPr>
        </p:nvSpPr>
        <p:spPr/>
        <p:txBody>
          <a:bodyPr/>
          <a:lstStyle/>
          <a:p>
            <a:r>
              <a:rPr lang="fr-FR" smtClean="0"/>
              <a:t>2024 | ©HeadMind Partners | Publique</a:t>
            </a:r>
            <a:endParaRPr lang="fr-FR"/>
          </a:p>
        </p:txBody>
      </p:sp>
    </p:spTree>
    <p:extLst>
      <p:ext uri="{BB962C8B-B14F-4D97-AF65-F5344CB8AC3E}">
        <p14:creationId xmlns:p14="http://schemas.microsoft.com/office/powerpoint/2010/main" val="4150844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Objectifs du projet </a:t>
            </a:r>
            <a:endParaRPr lang="fr-FR" dirty="0"/>
          </a:p>
        </p:txBody>
      </p:sp>
      <p:sp>
        <p:nvSpPr>
          <p:cNvPr id="3" name="Espace réservé du texte 2"/>
          <p:cNvSpPr>
            <a:spLocks noGrp="1"/>
          </p:cNvSpPr>
          <p:nvPr>
            <p:ph type="body" sz="quarter" idx="14"/>
          </p:nvPr>
        </p:nvSpPr>
        <p:spPr/>
        <p:txBody>
          <a:bodyPr/>
          <a:lstStyle/>
          <a:p>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10</a:t>
            </a:fld>
            <a:endParaRPr lang="fr-FR"/>
          </a:p>
        </p:txBody>
      </p:sp>
      <p:sp>
        <p:nvSpPr>
          <p:cNvPr id="5" name="Espace réservé du pied de page 4"/>
          <p:cNvSpPr>
            <a:spLocks noGrp="1"/>
          </p:cNvSpPr>
          <p:nvPr>
            <p:ph type="ftr" sz="quarter" idx="3"/>
          </p:nvPr>
        </p:nvSpPr>
        <p:spPr/>
        <p:txBody>
          <a:bodyPr/>
          <a:lstStyle/>
          <a:p>
            <a:r>
              <a:rPr lang="fr-FR" smtClean="0"/>
              <a:t>2024 | ©HeadMind Partners | Publique</a:t>
            </a:r>
            <a:endParaRPr lang="fr-FR"/>
          </a:p>
        </p:txBody>
      </p:sp>
    </p:spTree>
    <p:extLst>
      <p:ext uri="{BB962C8B-B14F-4D97-AF65-F5344CB8AC3E}">
        <p14:creationId xmlns:p14="http://schemas.microsoft.com/office/powerpoint/2010/main" val="1150260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19795" y="3048000"/>
            <a:ext cx="6716792" cy="1726404"/>
          </a:xfrm>
        </p:spPr>
        <p:txBody>
          <a:bodyPr/>
          <a:lstStyle/>
          <a:p>
            <a:r>
              <a:rPr lang="fr-FR" dirty="0" smtClean="0"/>
              <a:t>Point de vue du Bookmaker</a:t>
            </a:r>
            <a:endParaRPr lang="fr-FR" dirty="0"/>
          </a:p>
        </p:txBody>
      </p:sp>
      <p:sp>
        <p:nvSpPr>
          <p:cNvPr id="3" name="Espace réservé du numéro de diapositive 2"/>
          <p:cNvSpPr>
            <a:spLocks noGrp="1"/>
          </p:cNvSpPr>
          <p:nvPr>
            <p:ph type="sldNum" sz="quarter" idx="4"/>
          </p:nvPr>
        </p:nvSpPr>
        <p:spPr/>
        <p:txBody>
          <a:bodyPr/>
          <a:lstStyle/>
          <a:p>
            <a:pPr>
              <a:defRPr/>
            </a:pPr>
            <a:fld id="{F4FEB08F-923E-484A-9FC5-0AA7BDA29BD6}" type="slidenum">
              <a:rPr lang="fr-FR" smtClean="0"/>
              <a:pPr>
                <a:defRPr/>
              </a:pPr>
              <a:t>11</a:t>
            </a:fld>
            <a:endParaRPr lang="fr-FR"/>
          </a:p>
        </p:txBody>
      </p:sp>
      <p:sp>
        <p:nvSpPr>
          <p:cNvPr id="4" name="Espace réservé du pied de page 3"/>
          <p:cNvSpPr>
            <a:spLocks noGrp="1"/>
          </p:cNvSpPr>
          <p:nvPr>
            <p:ph type="ftr" sz="quarter" idx="3"/>
          </p:nvPr>
        </p:nvSpPr>
        <p:spPr/>
        <p:txBody>
          <a:bodyPr/>
          <a:lstStyle/>
          <a:p>
            <a:r>
              <a:rPr lang="fr-FR" smtClean="0"/>
              <a:t>2024 | ©HeadMind Partners | Publique</a:t>
            </a:r>
            <a:endParaRPr lang="fr-FR"/>
          </a:p>
        </p:txBody>
      </p:sp>
      <p:sp>
        <p:nvSpPr>
          <p:cNvPr id="5" name="Espace réservé du texte 4"/>
          <p:cNvSpPr>
            <a:spLocks noGrp="1"/>
          </p:cNvSpPr>
          <p:nvPr>
            <p:ph type="body" sz="quarter" idx="10"/>
          </p:nvPr>
        </p:nvSpPr>
        <p:spPr/>
        <p:txBody>
          <a:bodyPr/>
          <a:lstStyle/>
          <a:p>
            <a:endParaRPr lang="fr-FR" dirty="0"/>
          </a:p>
        </p:txBody>
      </p:sp>
    </p:spTree>
    <p:extLst>
      <p:ext uri="{BB962C8B-B14F-4D97-AF65-F5344CB8AC3E}">
        <p14:creationId xmlns:p14="http://schemas.microsoft.com/office/powerpoint/2010/main" val="236085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19795" y="3048000"/>
            <a:ext cx="6716792" cy="1726404"/>
          </a:xfrm>
        </p:spPr>
        <p:txBody>
          <a:bodyPr/>
          <a:lstStyle/>
          <a:p>
            <a:r>
              <a:rPr lang="fr-FR" dirty="0" smtClean="0"/>
              <a:t>Point de vue du parieur</a:t>
            </a:r>
            <a:endParaRPr lang="fr-FR" dirty="0"/>
          </a:p>
        </p:txBody>
      </p:sp>
      <p:sp>
        <p:nvSpPr>
          <p:cNvPr id="3" name="Espace réservé du numéro de diapositive 2"/>
          <p:cNvSpPr>
            <a:spLocks noGrp="1"/>
          </p:cNvSpPr>
          <p:nvPr>
            <p:ph type="sldNum" sz="quarter" idx="4"/>
          </p:nvPr>
        </p:nvSpPr>
        <p:spPr/>
        <p:txBody>
          <a:bodyPr/>
          <a:lstStyle/>
          <a:p>
            <a:pPr>
              <a:defRPr/>
            </a:pPr>
            <a:fld id="{F4FEB08F-923E-484A-9FC5-0AA7BDA29BD6}" type="slidenum">
              <a:rPr lang="fr-FR" smtClean="0"/>
              <a:pPr>
                <a:defRPr/>
              </a:pPr>
              <a:t>12</a:t>
            </a:fld>
            <a:endParaRPr lang="fr-FR"/>
          </a:p>
        </p:txBody>
      </p:sp>
      <p:sp>
        <p:nvSpPr>
          <p:cNvPr id="4" name="Espace réservé du pied de page 3"/>
          <p:cNvSpPr>
            <a:spLocks noGrp="1"/>
          </p:cNvSpPr>
          <p:nvPr>
            <p:ph type="ftr" sz="quarter" idx="3"/>
          </p:nvPr>
        </p:nvSpPr>
        <p:spPr/>
        <p:txBody>
          <a:bodyPr/>
          <a:lstStyle/>
          <a:p>
            <a:r>
              <a:rPr lang="fr-FR" smtClean="0"/>
              <a:t>2024 | ©HeadMind Partners | Publique</a:t>
            </a:r>
            <a:endParaRPr lang="fr-FR"/>
          </a:p>
        </p:txBody>
      </p:sp>
      <p:sp>
        <p:nvSpPr>
          <p:cNvPr id="5" name="Espace réservé du texte 4"/>
          <p:cNvSpPr>
            <a:spLocks noGrp="1"/>
          </p:cNvSpPr>
          <p:nvPr>
            <p:ph type="body" sz="quarter" idx="10"/>
          </p:nvPr>
        </p:nvSpPr>
        <p:spPr/>
        <p:txBody>
          <a:bodyPr/>
          <a:lstStyle/>
          <a:p>
            <a:endParaRPr lang="fr-FR" dirty="0"/>
          </a:p>
        </p:txBody>
      </p:sp>
    </p:spTree>
    <p:extLst>
      <p:ext uri="{BB962C8B-B14F-4D97-AF65-F5344CB8AC3E}">
        <p14:creationId xmlns:p14="http://schemas.microsoft.com/office/powerpoint/2010/main" val="1506311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Contexte</a:t>
            </a:r>
            <a:endParaRPr lang="fr-FR" dirty="0"/>
          </a:p>
        </p:txBody>
      </p:sp>
      <p:sp>
        <p:nvSpPr>
          <p:cNvPr id="3" name="Espace réservé du texte 2"/>
          <p:cNvSpPr>
            <a:spLocks noGrp="1"/>
          </p:cNvSpPr>
          <p:nvPr>
            <p:ph type="body" sz="quarter" idx="14"/>
          </p:nvPr>
        </p:nvSpPr>
        <p:spPr>
          <a:xfrm>
            <a:off x="527714" y="1175159"/>
            <a:ext cx="11137237" cy="2964221"/>
          </a:xfrm>
        </p:spPr>
        <p:txBody>
          <a:bodyPr/>
          <a:lstStyle/>
          <a:p>
            <a:pPr marL="0" indent="0" algn="just">
              <a:buNone/>
            </a:pPr>
            <a:r>
              <a:rPr lang="fr-FR" sz="1600" dirty="0"/>
              <a:t>Les paris sportifs, pratiqués depuis des siècles, ont évolué de simples mises occasionnelles entre individus à une industrie sophistiquée avec des opérateurs globaux. </a:t>
            </a:r>
            <a:endParaRPr lang="fr-FR" sz="1600" dirty="0" smtClean="0"/>
          </a:p>
          <a:p>
            <a:pPr marL="0" indent="0" algn="just">
              <a:buNone/>
            </a:pPr>
            <a:r>
              <a:rPr lang="fr-FR" sz="1600" dirty="0" smtClean="0"/>
              <a:t>Historiquement</a:t>
            </a:r>
            <a:r>
              <a:rPr lang="fr-FR" sz="1600" dirty="0"/>
              <a:t>, les parieurs cherchaient à maximiser leurs gains en se basant sur des connaissances personnelles et des informations publiques, tandis que les bookmakers ajustaient leurs cotes pour garantir des profits, tout en équilibrant les risques de pertes importantes. </a:t>
            </a:r>
            <a:endParaRPr lang="fr-FR" sz="1600" dirty="0" smtClean="0"/>
          </a:p>
          <a:p>
            <a:pPr marL="0" indent="0" algn="just">
              <a:buNone/>
            </a:pPr>
            <a:r>
              <a:rPr lang="fr-FR" sz="1600" dirty="0" smtClean="0"/>
              <a:t>Récemment</a:t>
            </a:r>
            <a:r>
              <a:rPr lang="fr-FR" sz="1600" dirty="0"/>
              <a:t>, l'introduction de l'intelligence artificielle et des techniques avancées de gestion de portefeuille a transformé ce domaine. Les parieurs utilisent maintenant des modèles prédictifs pour analyser des volumes massifs de données et identifier des cotes sous-évaluées. Parallèlement, les bookmakers intègrent des algorithmes complexes pour affiner leurs cotes en temps réel et gérer les risques plus efficacement. Ces innovations technologiques ont accru la sophistication du marché, rendant les paris sportifs plus compétitifs et dynamiques pour les deux parties</a:t>
            </a:r>
            <a:r>
              <a:rPr lang="fr-FR" sz="1600" dirty="0" smtClean="0"/>
              <a:t>.</a:t>
            </a:r>
            <a:endParaRPr lang="fr-FR" sz="1600"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13</a:t>
            </a:fld>
            <a:endParaRPr lang="fr-FR"/>
          </a:p>
        </p:txBody>
      </p:sp>
      <p:sp>
        <p:nvSpPr>
          <p:cNvPr id="5" name="Espace réservé du pied de page 4"/>
          <p:cNvSpPr>
            <a:spLocks noGrp="1"/>
          </p:cNvSpPr>
          <p:nvPr>
            <p:ph type="ftr" sz="quarter" idx="3"/>
          </p:nvPr>
        </p:nvSpPr>
        <p:spPr/>
        <p:txBody>
          <a:bodyPr/>
          <a:lstStyle/>
          <a:p>
            <a:r>
              <a:rPr lang="fr-FR" smtClean="0"/>
              <a:t>2024 | ©HeadMind Partners | Publique</a:t>
            </a:r>
            <a:endParaRPr lang="fr-FR"/>
          </a:p>
        </p:txBody>
      </p:sp>
    </p:spTree>
    <p:extLst>
      <p:ext uri="{BB962C8B-B14F-4D97-AF65-F5344CB8AC3E}">
        <p14:creationId xmlns:p14="http://schemas.microsoft.com/office/powerpoint/2010/main" val="3129817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re 1"/>
          <p:cNvSpPr>
            <a:spLocks noGrp="1"/>
          </p:cNvSpPr>
          <p:nvPr>
            <p:ph type="title"/>
            <p:custDataLst>
              <p:tags r:id="rId1"/>
            </p:custDataLst>
          </p:nvPr>
        </p:nvSpPr>
        <p:spPr/>
        <p:txBody>
          <a:bodyPr/>
          <a:lstStyle/>
          <a:p>
            <a:r>
              <a:rPr lang="fr-FR" sz="2700" dirty="0" smtClean="0">
                <a:latin typeface="Franklin Gothic Book"/>
              </a:rPr>
              <a:t>Contexte</a:t>
            </a:r>
            <a:endParaRPr lang="fr-FR" dirty="0"/>
          </a:p>
        </p:txBody>
      </p:sp>
      <p:sp>
        <p:nvSpPr>
          <p:cNvPr id="7" name="ZoneTexte 6"/>
          <p:cNvSpPr txBox="1"/>
          <p:nvPr/>
        </p:nvSpPr>
        <p:spPr>
          <a:xfrm>
            <a:off x="670920" y="2726170"/>
            <a:ext cx="2196000" cy="1596448"/>
          </a:xfrm>
          <a:prstGeom prst="roundRect">
            <a:avLst/>
          </a:prstGeom>
          <a:solidFill>
            <a:srgbClr val="5BC2E7"/>
          </a:solidFill>
          <a:ln w="25400" cap="flat" cmpd="sng" algn="ctr">
            <a:noFill/>
            <a:prstDash val="solid"/>
          </a:ln>
          <a:effectLst/>
        </p:spPr>
        <p:txBody>
          <a:bodyPr lIns="36000" tIns="36000" rIns="36000" bIns="36000" rtlCol="0" anchor="ctr"/>
          <a:lstStyle>
            <a:defPPr>
              <a:defRPr lang="fr-FR"/>
            </a:defPPr>
            <a:lvl1pPr marR="0" lvl="0" indent="0" algn="ctr" fontAlgn="base">
              <a:lnSpc>
                <a:spcPct val="100000"/>
              </a:lnSpc>
              <a:spcBef>
                <a:spcPct val="0"/>
              </a:spcBef>
              <a:spcAft>
                <a:spcPct val="0"/>
              </a:spcAft>
              <a:buClrTx/>
              <a:buSzTx/>
              <a:buFontTx/>
              <a:buNone/>
              <a:tabLst/>
              <a:defRPr kumimoji="0" sz="1200" b="0" i="0" u="none" strike="noStrike" kern="0" cap="none" spc="0" normalizeH="0" baseline="0">
                <a:ln>
                  <a:noFill/>
                </a:ln>
                <a:solidFill>
                  <a:prstClr val="white"/>
                </a:solidFill>
                <a:effectLst/>
                <a:uLnTx/>
                <a:uFillTx/>
                <a:latin typeface="Franklin Gothic Medium" panose="020B0603020102020204" pitchFamily="34" charset="0"/>
                <a:cs typeface="Browallia New" panose="020B0604020202020204" pitchFamily="34" charset="-34"/>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fr-FR" sz="1400" b="1" dirty="0" err="1" smtClean="0">
                <a:latin typeface="+mn-lt"/>
              </a:rPr>
              <a:t>Lorem</a:t>
            </a:r>
            <a:r>
              <a:rPr lang="fr-FR" sz="1400" b="1" dirty="0" smtClean="0">
                <a:latin typeface="+mn-lt"/>
              </a:rPr>
              <a:t> </a:t>
            </a:r>
            <a:r>
              <a:rPr lang="fr-FR" sz="1400" b="1" dirty="0" err="1">
                <a:latin typeface="+mn-lt"/>
              </a:rPr>
              <a:t>ipsum</a:t>
            </a:r>
            <a:r>
              <a:rPr lang="fr-FR" sz="1400" b="1" dirty="0">
                <a:latin typeface="+mn-lt"/>
              </a:rPr>
              <a:t> </a:t>
            </a:r>
            <a:r>
              <a:rPr lang="fr-FR" sz="1400" b="1" dirty="0" err="1">
                <a:latin typeface="+mn-lt"/>
              </a:rPr>
              <a:t>dolor</a:t>
            </a:r>
            <a:r>
              <a:rPr lang="fr-FR" sz="1400" b="1" dirty="0">
                <a:latin typeface="+mn-lt"/>
              </a:rPr>
              <a:t> </a:t>
            </a:r>
            <a:r>
              <a:rPr lang="fr-FR" sz="1400" b="1" dirty="0" err="1">
                <a:latin typeface="+mn-lt"/>
              </a:rPr>
              <a:t>sit</a:t>
            </a:r>
            <a:r>
              <a:rPr lang="fr-FR" sz="1400" b="1" dirty="0">
                <a:latin typeface="+mn-lt"/>
              </a:rPr>
              <a:t> </a:t>
            </a:r>
            <a:r>
              <a:rPr lang="fr-FR" sz="1400" b="1" dirty="0" err="1">
                <a:latin typeface="+mn-lt"/>
              </a:rPr>
              <a:t>amet</a:t>
            </a:r>
            <a:r>
              <a:rPr lang="fr-FR" sz="1400" b="1" dirty="0">
                <a:latin typeface="+mn-lt"/>
              </a:rPr>
              <a:t>, </a:t>
            </a:r>
            <a:r>
              <a:rPr lang="fr-FR" sz="1400" b="1" dirty="0" err="1">
                <a:latin typeface="+mn-lt"/>
              </a:rPr>
              <a:t>consectetur</a:t>
            </a:r>
            <a:r>
              <a:rPr lang="fr-FR" sz="1400" b="1" dirty="0">
                <a:latin typeface="+mn-lt"/>
              </a:rPr>
              <a:t> </a:t>
            </a:r>
            <a:r>
              <a:rPr lang="fr-FR" sz="1400" b="1" dirty="0" err="1">
                <a:latin typeface="+mn-lt"/>
              </a:rPr>
              <a:t>adipiscing</a:t>
            </a:r>
            <a:r>
              <a:rPr lang="fr-FR" sz="1400" b="1" dirty="0">
                <a:latin typeface="+mn-lt"/>
              </a:rPr>
              <a:t> </a:t>
            </a:r>
            <a:r>
              <a:rPr lang="fr-FR" sz="1400" b="1" dirty="0" err="1">
                <a:latin typeface="+mn-lt"/>
              </a:rPr>
              <a:t>elit</a:t>
            </a:r>
            <a:r>
              <a:rPr lang="fr-FR" sz="1400" b="1" dirty="0">
                <a:latin typeface="+mn-lt"/>
              </a:rPr>
              <a:t>. </a:t>
            </a:r>
            <a:endParaRPr lang="fr-FR" sz="1400" dirty="0">
              <a:latin typeface="+mn-lt"/>
            </a:endParaRPr>
          </a:p>
        </p:txBody>
      </p:sp>
      <p:sp>
        <p:nvSpPr>
          <p:cNvPr id="24" name="Espace réservé du numéro de diapositive 2"/>
          <p:cNvSpPr>
            <a:spLocks noGrp="1"/>
          </p:cNvSpPr>
          <p:nvPr>
            <p:ph type="sldNum" sz="quarter" idx="4"/>
          </p:nvPr>
        </p:nvSpPr>
        <p:spPr>
          <a:xfrm>
            <a:off x="11296150" y="6435303"/>
            <a:ext cx="654550" cy="365125"/>
          </a:xfrm>
        </p:spPr>
        <p:txBody>
          <a:bodyPr/>
          <a:lstStyle/>
          <a:p>
            <a:pPr>
              <a:defRPr/>
            </a:pPr>
            <a:fld id="{F4FEB08F-923E-484A-9FC5-0AA7BDA29BD6}" type="slidenum">
              <a:rPr lang="fr-FR" smtClean="0"/>
              <a:pPr>
                <a:defRPr/>
              </a:pPr>
              <a:t>14</a:t>
            </a:fld>
            <a:endParaRPr lang="fr-FR"/>
          </a:p>
        </p:txBody>
      </p:sp>
      <p:sp>
        <p:nvSpPr>
          <p:cNvPr id="25" name="Espace réservé du pied de page 3"/>
          <p:cNvSpPr>
            <a:spLocks noGrp="1"/>
          </p:cNvSpPr>
          <p:nvPr>
            <p:ph type="ftr" sz="quarter" idx="3"/>
          </p:nvPr>
        </p:nvSpPr>
        <p:spPr>
          <a:xfrm>
            <a:off x="194408" y="6435303"/>
            <a:ext cx="5672016" cy="365125"/>
          </a:xfrm>
        </p:spPr>
        <p:txBody>
          <a:bodyPr lIns="91440" tIns="108000" rIns="91440" bIns="45720" anchor="t"/>
          <a:lstStyle/>
          <a:p>
            <a:r>
              <a:rPr lang="fr-FR" dirty="0">
                <a:cs typeface="Browallia New"/>
              </a:rPr>
              <a:t>2024 | ©</a:t>
            </a:r>
            <a:r>
              <a:rPr lang="fr-FR" dirty="0" err="1">
                <a:cs typeface="Browallia New"/>
              </a:rPr>
              <a:t>HeadMind</a:t>
            </a:r>
            <a:r>
              <a:rPr lang="fr-FR" dirty="0">
                <a:cs typeface="Browallia New"/>
              </a:rPr>
              <a:t> </a:t>
            </a:r>
            <a:r>
              <a:rPr lang="fr-FR" dirty="0" err="1">
                <a:cs typeface="Browallia New"/>
              </a:rPr>
              <a:t>Partners</a:t>
            </a:r>
            <a:r>
              <a:rPr lang="fr-FR" dirty="0">
                <a:cs typeface="Browallia New"/>
              </a:rPr>
              <a:t> | Confidentiel</a:t>
            </a:r>
            <a:endParaRPr lang="fr-FR" dirty="0"/>
          </a:p>
        </p:txBody>
      </p:sp>
      <p:sp>
        <p:nvSpPr>
          <p:cNvPr id="11" name="ZoneTexte 10"/>
          <p:cNvSpPr txBox="1"/>
          <p:nvPr/>
        </p:nvSpPr>
        <p:spPr>
          <a:xfrm>
            <a:off x="3555437" y="2726170"/>
            <a:ext cx="2196000" cy="1596448"/>
          </a:xfrm>
          <a:prstGeom prst="roundRect">
            <a:avLst/>
          </a:prstGeom>
          <a:solidFill>
            <a:srgbClr val="007DBA"/>
          </a:solidFill>
          <a:ln w="25400" cap="flat" cmpd="sng" algn="ctr">
            <a:noFill/>
            <a:prstDash val="solid"/>
          </a:ln>
          <a:effectLst/>
        </p:spPr>
        <p:txBody>
          <a:bodyPr lIns="36000" tIns="36000" rIns="36000" bIns="36000" rtlCol="0" anchor="ctr"/>
          <a:lstStyle>
            <a:defPPr>
              <a:defRPr lang="fr-FR"/>
            </a:defPPr>
            <a:lvl1pPr marR="0" lvl="0" indent="0" algn="ctr" fontAlgn="base">
              <a:lnSpc>
                <a:spcPct val="100000"/>
              </a:lnSpc>
              <a:spcBef>
                <a:spcPct val="0"/>
              </a:spcBef>
              <a:spcAft>
                <a:spcPct val="0"/>
              </a:spcAft>
              <a:buClrTx/>
              <a:buSzTx/>
              <a:buFontTx/>
              <a:buNone/>
              <a:tabLst/>
              <a:defRPr kumimoji="0" sz="1200" b="0" i="0" u="none" strike="noStrike" kern="0" cap="none" spc="0" normalizeH="0" baseline="0">
                <a:ln>
                  <a:noFill/>
                </a:ln>
                <a:solidFill>
                  <a:prstClr val="white"/>
                </a:solidFill>
                <a:effectLst/>
                <a:uLnTx/>
                <a:uFillTx/>
                <a:latin typeface="Franklin Gothic Medium" panose="020B0603020102020204" pitchFamily="34" charset="0"/>
                <a:cs typeface="Browallia New" panose="020B0604020202020204" pitchFamily="34" charset="-34"/>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fr-FR" sz="1400" dirty="0" err="1">
                <a:latin typeface="+mn-lt"/>
              </a:rPr>
              <a:t>Lorem</a:t>
            </a:r>
            <a:r>
              <a:rPr lang="fr-FR" sz="1400" dirty="0">
                <a:latin typeface="+mn-lt"/>
              </a:rPr>
              <a:t> </a:t>
            </a:r>
            <a:r>
              <a:rPr lang="fr-FR" sz="1400" dirty="0" err="1">
                <a:latin typeface="+mn-lt"/>
              </a:rPr>
              <a:t>ipsum</a:t>
            </a:r>
            <a:r>
              <a:rPr lang="fr-FR" sz="1400" dirty="0">
                <a:latin typeface="+mn-lt"/>
              </a:rPr>
              <a:t> </a:t>
            </a:r>
            <a:r>
              <a:rPr lang="fr-FR" sz="1400" dirty="0" err="1">
                <a:latin typeface="+mn-lt"/>
              </a:rPr>
              <a:t>dolor</a:t>
            </a:r>
            <a:r>
              <a:rPr lang="fr-FR" sz="1400" dirty="0">
                <a:latin typeface="+mn-lt"/>
              </a:rPr>
              <a:t> </a:t>
            </a:r>
            <a:r>
              <a:rPr lang="fr-FR" sz="1400" dirty="0" err="1">
                <a:latin typeface="+mn-lt"/>
              </a:rPr>
              <a:t>sit</a:t>
            </a:r>
            <a:r>
              <a:rPr lang="fr-FR" sz="1400" dirty="0">
                <a:latin typeface="+mn-lt"/>
              </a:rPr>
              <a:t> </a:t>
            </a:r>
            <a:r>
              <a:rPr lang="fr-FR" sz="1400" dirty="0" err="1">
                <a:latin typeface="+mn-lt"/>
              </a:rPr>
              <a:t>amet</a:t>
            </a:r>
            <a:r>
              <a:rPr lang="fr-FR" sz="1400" dirty="0">
                <a:latin typeface="+mn-lt"/>
              </a:rPr>
              <a:t>, </a:t>
            </a:r>
            <a:r>
              <a:rPr lang="fr-FR" sz="1400" dirty="0" err="1">
                <a:latin typeface="+mn-lt"/>
              </a:rPr>
              <a:t>consectetur</a:t>
            </a:r>
            <a:r>
              <a:rPr lang="fr-FR" sz="1400" dirty="0">
                <a:latin typeface="+mn-lt"/>
              </a:rPr>
              <a:t> </a:t>
            </a:r>
            <a:r>
              <a:rPr lang="fr-FR" sz="1400" dirty="0" err="1">
                <a:latin typeface="+mn-lt"/>
              </a:rPr>
              <a:t>adipiscing</a:t>
            </a:r>
            <a:r>
              <a:rPr lang="fr-FR" sz="1400" dirty="0">
                <a:latin typeface="+mn-lt"/>
              </a:rPr>
              <a:t> </a:t>
            </a:r>
            <a:r>
              <a:rPr lang="fr-FR" sz="1400" dirty="0" err="1">
                <a:latin typeface="+mn-lt"/>
              </a:rPr>
              <a:t>elit</a:t>
            </a:r>
            <a:r>
              <a:rPr lang="fr-FR" sz="1400" dirty="0">
                <a:latin typeface="+mn-lt"/>
              </a:rPr>
              <a:t>. Sed non </a:t>
            </a:r>
            <a:r>
              <a:rPr lang="fr-FR" sz="1400" dirty="0" err="1">
                <a:latin typeface="+mn-lt"/>
              </a:rPr>
              <a:t>risus</a:t>
            </a:r>
            <a:r>
              <a:rPr lang="fr-FR" sz="1400" dirty="0">
                <a:latin typeface="+mn-lt"/>
              </a:rPr>
              <a:t>. Suspendisse </a:t>
            </a:r>
            <a:r>
              <a:rPr lang="fr-FR" sz="1400" dirty="0" err="1">
                <a:latin typeface="+mn-lt"/>
              </a:rPr>
              <a:t>lectus</a:t>
            </a:r>
            <a:r>
              <a:rPr lang="fr-FR" sz="1400" dirty="0">
                <a:latin typeface="+mn-lt"/>
              </a:rPr>
              <a:t> </a:t>
            </a:r>
            <a:r>
              <a:rPr lang="fr-FR" sz="1400" dirty="0" err="1">
                <a:latin typeface="+mn-lt"/>
              </a:rPr>
              <a:t>tortor</a:t>
            </a:r>
            <a:r>
              <a:rPr lang="fr-FR" sz="1400" dirty="0">
                <a:latin typeface="+mn-lt"/>
              </a:rPr>
              <a:t>, </a:t>
            </a:r>
            <a:r>
              <a:rPr lang="fr-FR" sz="1400" dirty="0" err="1">
                <a:latin typeface="+mn-lt"/>
              </a:rPr>
              <a:t>dignissim</a:t>
            </a:r>
            <a:r>
              <a:rPr lang="fr-FR" sz="1400" dirty="0">
                <a:latin typeface="+mn-lt"/>
              </a:rPr>
              <a:t> </a:t>
            </a:r>
            <a:r>
              <a:rPr lang="fr-FR" sz="1400" dirty="0" err="1">
                <a:latin typeface="+mn-lt"/>
              </a:rPr>
              <a:t>sit</a:t>
            </a:r>
            <a:r>
              <a:rPr lang="fr-FR" sz="1400" dirty="0">
                <a:latin typeface="+mn-lt"/>
              </a:rPr>
              <a:t> </a:t>
            </a:r>
            <a:r>
              <a:rPr lang="fr-FR" sz="1400" dirty="0" err="1">
                <a:latin typeface="+mn-lt"/>
              </a:rPr>
              <a:t>amet</a:t>
            </a:r>
            <a:r>
              <a:rPr lang="fr-FR" sz="1400" dirty="0">
                <a:latin typeface="+mn-lt"/>
              </a:rPr>
              <a:t>, </a:t>
            </a:r>
            <a:r>
              <a:rPr lang="fr-FR" sz="1400" dirty="0" err="1">
                <a:latin typeface="+mn-lt"/>
              </a:rPr>
              <a:t>adipiscing</a:t>
            </a:r>
            <a:r>
              <a:rPr lang="fr-FR" sz="1400" dirty="0">
                <a:latin typeface="+mn-lt"/>
              </a:rPr>
              <a:t> nec, </a:t>
            </a:r>
            <a:r>
              <a:rPr lang="fr-FR" sz="1400" dirty="0" err="1">
                <a:latin typeface="+mn-lt"/>
              </a:rPr>
              <a:t>ultricies</a:t>
            </a:r>
            <a:r>
              <a:rPr lang="fr-FR" sz="1400" dirty="0">
                <a:latin typeface="+mn-lt"/>
              </a:rPr>
              <a:t> </a:t>
            </a:r>
            <a:r>
              <a:rPr lang="fr-FR" sz="1400" dirty="0" err="1">
                <a:latin typeface="+mn-lt"/>
              </a:rPr>
              <a:t>sed</a:t>
            </a:r>
            <a:r>
              <a:rPr lang="fr-FR" sz="1400" dirty="0">
                <a:latin typeface="+mn-lt"/>
              </a:rPr>
              <a:t>, </a:t>
            </a:r>
            <a:r>
              <a:rPr lang="fr-FR" sz="1400" dirty="0" err="1">
                <a:latin typeface="+mn-lt"/>
              </a:rPr>
              <a:t>dolor</a:t>
            </a:r>
            <a:r>
              <a:rPr lang="fr-FR" sz="1400" dirty="0">
                <a:latin typeface="+mn-lt"/>
              </a:rPr>
              <a:t>. </a:t>
            </a:r>
          </a:p>
        </p:txBody>
      </p:sp>
      <p:sp>
        <p:nvSpPr>
          <p:cNvPr id="13" name="ZoneTexte 12"/>
          <p:cNvSpPr txBox="1"/>
          <p:nvPr/>
        </p:nvSpPr>
        <p:spPr>
          <a:xfrm>
            <a:off x="6439954" y="2726170"/>
            <a:ext cx="2196000" cy="1596448"/>
          </a:xfrm>
          <a:prstGeom prst="roundRect">
            <a:avLst/>
          </a:prstGeom>
          <a:solidFill>
            <a:srgbClr val="0F4379"/>
          </a:solidFill>
          <a:ln w="25400" cap="flat" cmpd="sng" algn="ctr">
            <a:noFill/>
            <a:prstDash val="solid"/>
          </a:ln>
          <a:effectLst/>
        </p:spPr>
        <p:txBody>
          <a:bodyPr lIns="36000" tIns="36000" rIns="36000" bIns="36000" rtlCol="0" anchor="ctr"/>
          <a:lstStyle>
            <a:defPPr>
              <a:defRPr lang="fr-FR"/>
            </a:defPPr>
            <a:lvl1pPr marR="0" lvl="0" indent="0" algn="ctr" fontAlgn="base">
              <a:lnSpc>
                <a:spcPct val="100000"/>
              </a:lnSpc>
              <a:spcBef>
                <a:spcPct val="0"/>
              </a:spcBef>
              <a:spcAft>
                <a:spcPct val="0"/>
              </a:spcAft>
              <a:buClrTx/>
              <a:buSzTx/>
              <a:buFontTx/>
              <a:buNone/>
              <a:tabLst/>
              <a:defRPr kumimoji="0" sz="1400" b="0" i="0" u="none" strike="noStrike" kern="0" cap="none" spc="0" normalizeH="0" baseline="0">
                <a:ln>
                  <a:noFill/>
                </a:ln>
                <a:solidFill>
                  <a:prstClr val="white"/>
                </a:solidFill>
                <a:effectLst/>
                <a:uLnTx/>
                <a:uFillTx/>
                <a:cs typeface="Browallia New" panose="020B0604020202020204" pitchFamily="34" charset="-34"/>
              </a:defRPr>
            </a:lvl1pPr>
          </a:lstStyle>
          <a:p>
            <a:r>
              <a:rPr lang="fr-FR" dirty="0"/>
              <a:t>Suspendisse </a:t>
            </a:r>
            <a:r>
              <a:rPr lang="fr-FR" dirty="0" err="1"/>
              <a:t>lectus</a:t>
            </a:r>
            <a:r>
              <a:rPr lang="fr-FR" dirty="0"/>
              <a:t> </a:t>
            </a:r>
            <a:r>
              <a:rPr lang="fr-FR" dirty="0" err="1"/>
              <a:t>tortor</a:t>
            </a:r>
            <a:r>
              <a:rPr lang="fr-FR" dirty="0"/>
              <a:t>, </a:t>
            </a:r>
            <a:r>
              <a:rPr lang="fr-FR" dirty="0" err="1"/>
              <a:t>dignissim</a:t>
            </a:r>
            <a:r>
              <a:rPr lang="fr-FR" dirty="0"/>
              <a:t> </a:t>
            </a:r>
            <a:r>
              <a:rPr lang="fr-FR" dirty="0" err="1"/>
              <a:t>sit</a:t>
            </a:r>
            <a:r>
              <a:rPr lang="fr-FR" dirty="0"/>
              <a:t> </a:t>
            </a:r>
            <a:r>
              <a:rPr lang="fr-FR" dirty="0" err="1"/>
              <a:t>amet</a:t>
            </a:r>
            <a:r>
              <a:rPr lang="fr-FR" dirty="0"/>
              <a:t>, </a:t>
            </a:r>
            <a:r>
              <a:rPr lang="fr-FR" dirty="0" err="1"/>
              <a:t>adipiscing</a:t>
            </a:r>
            <a:r>
              <a:rPr lang="fr-FR" dirty="0"/>
              <a:t> nec, </a:t>
            </a:r>
            <a:r>
              <a:rPr lang="fr-FR" dirty="0" err="1"/>
              <a:t>ultricies</a:t>
            </a:r>
            <a:r>
              <a:rPr lang="fr-FR" dirty="0"/>
              <a:t> </a:t>
            </a:r>
            <a:r>
              <a:rPr lang="fr-FR" dirty="0" err="1"/>
              <a:t>sed</a:t>
            </a:r>
            <a:r>
              <a:rPr lang="fr-FR" dirty="0"/>
              <a:t>, </a:t>
            </a:r>
            <a:r>
              <a:rPr lang="fr-FR" dirty="0" err="1"/>
              <a:t>dolor</a:t>
            </a:r>
            <a:r>
              <a:rPr lang="fr-FR" dirty="0"/>
              <a:t>. </a:t>
            </a:r>
          </a:p>
        </p:txBody>
      </p:sp>
      <p:sp>
        <p:nvSpPr>
          <p:cNvPr id="14" name="ZoneTexte 13"/>
          <p:cNvSpPr txBox="1"/>
          <p:nvPr/>
        </p:nvSpPr>
        <p:spPr>
          <a:xfrm>
            <a:off x="9324471" y="2394017"/>
            <a:ext cx="2196000" cy="817245"/>
          </a:xfrm>
          <a:prstGeom prst="roundRect">
            <a:avLst/>
          </a:prstGeom>
          <a:solidFill>
            <a:schemeClr val="tx1"/>
          </a:solidFill>
          <a:ln>
            <a:no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sz="1400" b="1" dirty="0" err="1">
                <a:ln w="0"/>
                <a:solidFill>
                  <a:schemeClr val="bg1"/>
                </a:solidFill>
                <a:effectLst>
                  <a:outerShdw blurRad="38100" dist="19050" dir="2700000" algn="tl" rotWithShape="0">
                    <a:schemeClr val="dk1">
                      <a:alpha val="40000"/>
                    </a:schemeClr>
                  </a:outerShdw>
                </a:effectLst>
              </a:rPr>
              <a:t>Lorem</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ipsum</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dolor</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sit</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amet</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consectetur</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adipiscing</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elit</a:t>
            </a:r>
            <a:r>
              <a:rPr lang="fr-FR" sz="1400" b="1" dirty="0">
                <a:ln w="0"/>
                <a:solidFill>
                  <a:schemeClr val="bg1"/>
                </a:solidFill>
                <a:effectLst>
                  <a:outerShdw blurRad="38100" dist="19050" dir="2700000" algn="tl" rotWithShape="0">
                    <a:schemeClr val="dk1">
                      <a:alpha val="40000"/>
                    </a:schemeClr>
                  </a:outerShdw>
                </a:effectLst>
              </a:rPr>
              <a:t>. </a:t>
            </a:r>
            <a:endParaRPr lang="fr-FR" sz="1400" dirty="0">
              <a:ln w="0"/>
              <a:solidFill>
                <a:schemeClr val="bg1"/>
              </a:solidFill>
              <a:effectLst>
                <a:outerShdw blurRad="38100" dist="19050" dir="2700000" algn="tl" rotWithShape="0">
                  <a:schemeClr val="dk1">
                    <a:alpha val="40000"/>
                  </a:schemeClr>
                </a:outerShdw>
              </a:effectLst>
            </a:endParaRPr>
          </a:p>
        </p:txBody>
      </p:sp>
      <p:sp>
        <p:nvSpPr>
          <p:cNvPr id="15" name="ZoneTexte 14"/>
          <p:cNvSpPr txBox="1"/>
          <p:nvPr/>
        </p:nvSpPr>
        <p:spPr>
          <a:xfrm>
            <a:off x="9324471" y="3735298"/>
            <a:ext cx="2196000" cy="817245"/>
          </a:xfrm>
          <a:prstGeom prst="roundRect">
            <a:avLst/>
          </a:prstGeom>
          <a:solidFill>
            <a:schemeClr val="tx1"/>
          </a:solidFill>
          <a:ln>
            <a:no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sz="1400" b="1" dirty="0" err="1">
                <a:ln w="0"/>
                <a:solidFill>
                  <a:schemeClr val="bg1"/>
                </a:solidFill>
                <a:effectLst>
                  <a:outerShdw blurRad="38100" dist="19050" dir="2700000" algn="tl" rotWithShape="0">
                    <a:schemeClr val="dk1">
                      <a:alpha val="40000"/>
                    </a:schemeClr>
                  </a:outerShdw>
                </a:effectLst>
              </a:rPr>
              <a:t>Lorem</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ipsum</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dolor</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sit</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amet</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consectetur</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adipiscing</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elit</a:t>
            </a:r>
            <a:r>
              <a:rPr lang="fr-FR" sz="1400" b="1" dirty="0">
                <a:ln w="0"/>
                <a:solidFill>
                  <a:schemeClr val="bg1"/>
                </a:solidFill>
                <a:effectLst>
                  <a:outerShdw blurRad="38100" dist="19050" dir="2700000" algn="tl" rotWithShape="0">
                    <a:schemeClr val="dk1">
                      <a:alpha val="40000"/>
                    </a:schemeClr>
                  </a:outerShdw>
                </a:effectLst>
              </a:rPr>
              <a:t>. </a:t>
            </a:r>
            <a:endParaRPr lang="fr-FR" sz="1400" dirty="0">
              <a:ln w="0"/>
              <a:solidFill>
                <a:schemeClr val="bg1"/>
              </a:solidFill>
              <a:effectLst>
                <a:outerShdw blurRad="38100" dist="19050" dir="2700000" algn="tl" rotWithShape="0">
                  <a:schemeClr val="dk1">
                    <a:alpha val="40000"/>
                  </a:schemeClr>
                </a:outerShdw>
              </a:effectLst>
            </a:endParaRPr>
          </a:p>
        </p:txBody>
      </p:sp>
      <p:sp>
        <p:nvSpPr>
          <p:cNvPr id="2" name="Triangle isocèle 1"/>
          <p:cNvSpPr/>
          <p:nvPr/>
        </p:nvSpPr>
        <p:spPr>
          <a:xfrm rot="5400000">
            <a:off x="2947413" y="3412174"/>
            <a:ext cx="640080" cy="22444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Triangle isocèle 15"/>
          <p:cNvSpPr/>
          <p:nvPr/>
        </p:nvSpPr>
        <p:spPr>
          <a:xfrm rot="5400000">
            <a:off x="5783324" y="3412175"/>
            <a:ext cx="640080" cy="22444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Triangle isocèle 16"/>
          <p:cNvSpPr/>
          <p:nvPr/>
        </p:nvSpPr>
        <p:spPr>
          <a:xfrm rot="4327353">
            <a:off x="8859304" y="3143140"/>
            <a:ext cx="370321" cy="21569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Triangle isocèle 17"/>
          <p:cNvSpPr/>
          <p:nvPr/>
        </p:nvSpPr>
        <p:spPr>
          <a:xfrm rot="6480063">
            <a:off x="8859304" y="3710990"/>
            <a:ext cx="370321" cy="21569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800575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lstStyle/>
          <a:p>
            <a:r>
              <a:rPr lang="fr-FR" sz="4000" dirty="0" smtClean="0"/>
              <a:t>Titre</a:t>
            </a:r>
            <a:endParaRPr lang="fr-FR" sz="1600" dirty="0"/>
          </a:p>
        </p:txBody>
      </p:sp>
      <p:sp>
        <p:nvSpPr>
          <p:cNvPr id="6" name="Espace réservé du numéro de diapositive 2"/>
          <p:cNvSpPr>
            <a:spLocks noGrp="1"/>
          </p:cNvSpPr>
          <p:nvPr>
            <p:ph type="sldNum" sz="quarter" idx="4"/>
          </p:nvPr>
        </p:nvSpPr>
        <p:spPr>
          <a:xfrm>
            <a:off x="11296150" y="6435303"/>
            <a:ext cx="654550" cy="365125"/>
          </a:xfrm>
        </p:spPr>
        <p:txBody>
          <a:bodyPr/>
          <a:lstStyle/>
          <a:p>
            <a:pPr>
              <a:defRPr/>
            </a:pPr>
            <a:fld id="{F4FEB08F-923E-484A-9FC5-0AA7BDA29BD6}" type="slidenum">
              <a:rPr lang="fr-FR" smtClean="0"/>
              <a:pPr>
                <a:defRPr/>
              </a:pPr>
              <a:t>15</a:t>
            </a:fld>
            <a:endParaRPr lang="fr-FR"/>
          </a:p>
        </p:txBody>
      </p:sp>
      <p:sp>
        <p:nvSpPr>
          <p:cNvPr id="3" name="Espace réservé du pied de page 3">
            <a:extLst>
              <a:ext uri="{FF2B5EF4-FFF2-40B4-BE49-F238E27FC236}">
                <a16:creationId xmlns:a16="http://schemas.microsoft.com/office/drawing/2014/main" id="{90E4A145-5F82-8774-2A8B-F27B53AD395B}"/>
              </a:ext>
            </a:extLst>
          </p:cNvPr>
          <p:cNvSpPr>
            <a:spLocks noGrp="1"/>
          </p:cNvSpPr>
          <p:nvPr>
            <p:ph type="ftr" sz="quarter" idx="3"/>
          </p:nvPr>
        </p:nvSpPr>
        <p:spPr>
          <a:xfrm>
            <a:off x="194408" y="6435303"/>
            <a:ext cx="5672016" cy="365125"/>
          </a:xfrm>
        </p:spPr>
        <p:txBody>
          <a:bodyPr lIns="91440" tIns="108000" rIns="91440" bIns="45720" anchor="t"/>
          <a:lstStyle/>
          <a:p>
            <a:r>
              <a:rPr lang="fr-FR" dirty="0">
                <a:cs typeface="Browallia New"/>
              </a:rPr>
              <a:t>2024 | ©</a:t>
            </a:r>
            <a:r>
              <a:rPr lang="fr-FR" dirty="0" err="1">
                <a:cs typeface="Browallia New"/>
              </a:rPr>
              <a:t>HeadMind</a:t>
            </a:r>
            <a:r>
              <a:rPr lang="fr-FR" dirty="0">
                <a:cs typeface="Browallia New"/>
              </a:rPr>
              <a:t> </a:t>
            </a:r>
            <a:r>
              <a:rPr lang="fr-FR" dirty="0" err="1">
                <a:cs typeface="Browallia New"/>
              </a:rPr>
              <a:t>Partners</a:t>
            </a:r>
            <a:r>
              <a:rPr lang="fr-FR" dirty="0">
                <a:cs typeface="Browallia New"/>
              </a:rPr>
              <a:t> | Confidentiel</a:t>
            </a:r>
            <a:endParaRPr lang="fr-FR" dirty="0"/>
          </a:p>
        </p:txBody>
      </p:sp>
    </p:spTree>
    <p:extLst>
      <p:ext uri="{BB962C8B-B14F-4D97-AF65-F5344CB8AC3E}">
        <p14:creationId xmlns:p14="http://schemas.microsoft.com/office/powerpoint/2010/main" val="770102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TITRE</a:t>
            </a:r>
            <a:endParaRPr lang="fr-FR" dirty="0"/>
          </a:p>
        </p:txBody>
      </p:sp>
      <p:sp>
        <p:nvSpPr>
          <p:cNvPr id="3" name="Espace réservé du texte 2"/>
          <p:cNvSpPr>
            <a:spLocks noGrp="1"/>
          </p:cNvSpPr>
          <p:nvPr>
            <p:ph type="body" sz="quarter" idx="14"/>
          </p:nvPr>
        </p:nvSpPr>
        <p:spPr>
          <a:xfrm>
            <a:off x="2925336" y="2077791"/>
            <a:ext cx="7501124" cy="768926"/>
          </a:xfrm>
        </p:spPr>
        <p:txBody>
          <a:bodyPr/>
          <a:lstStyle/>
          <a:p>
            <a:pPr marL="0" lvl="0" indent="0">
              <a:buNone/>
            </a:pPr>
            <a:r>
              <a:rPr lang="fr-FR" b="1" dirty="0" smtClean="0"/>
              <a:t>Texte </a:t>
            </a:r>
            <a:r>
              <a:rPr lang="fr-FR" dirty="0" smtClean="0"/>
              <a:t>: icônes disponibles au lien suivant : (</a:t>
            </a:r>
            <a:r>
              <a:rPr lang="fr-FR" dirty="0">
                <a:hlinkClick r:id="rId2"/>
              </a:rPr>
              <a:t>https://</a:t>
            </a:r>
            <a:r>
              <a:rPr lang="fr-FR" dirty="0" smtClean="0">
                <a:hlinkClick r:id="rId2"/>
              </a:rPr>
              <a:t>intranet.beijaflore.com/intranet/llisapi.dll/app/nodes/13260553</a:t>
            </a:r>
            <a:r>
              <a:rPr lang="fr-FR" dirty="0" smtClean="0"/>
              <a:t> )</a:t>
            </a:r>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16</a:t>
            </a:fld>
            <a:endParaRPr lang="fr-FR"/>
          </a:p>
        </p:txBody>
      </p:sp>
      <p:sp>
        <p:nvSpPr>
          <p:cNvPr id="7" name="Espace réservé du texte 2"/>
          <p:cNvSpPr txBox="1">
            <a:spLocks/>
          </p:cNvSpPr>
          <p:nvPr/>
        </p:nvSpPr>
        <p:spPr bwMode="auto">
          <a:xfrm>
            <a:off x="2925336" y="3671710"/>
            <a:ext cx="7410154" cy="4765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85750" indent="-285750" algn="l" rtl="0" eaLnBrk="1" fontAlgn="base" hangingPunct="1">
              <a:lnSpc>
                <a:spcPct val="110000"/>
              </a:lnSpc>
              <a:spcBef>
                <a:spcPts val="0"/>
              </a:spcBef>
              <a:spcAft>
                <a:spcPts val="600"/>
              </a:spcAft>
              <a:buFont typeface="Arial" panose="020B0604020202020204" pitchFamily="34" charset="0"/>
              <a:buChar char="•"/>
              <a:defRPr lang="fr-FR" sz="1800" b="0" i="0" kern="1200">
                <a:solidFill>
                  <a:schemeClr val="tx1"/>
                </a:solidFill>
                <a:latin typeface="Segoe UI" panose="020B0502040204020203" pitchFamily="34" charset="0"/>
                <a:ea typeface="+mn-ea"/>
                <a:cs typeface="Segoe UI" panose="020B0502040204020203" pitchFamily="34" charset="0"/>
              </a:defRPr>
            </a:lvl1pPr>
            <a:lvl2pPr marL="612775" indent="-342900" algn="l" rtl="0" eaLnBrk="1" fontAlgn="base" hangingPunct="1">
              <a:lnSpc>
                <a:spcPct val="110000"/>
              </a:lnSpc>
              <a:spcBef>
                <a:spcPts val="0"/>
              </a:spcBef>
              <a:spcAft>
                <a:spcPts val="600"/>
              </a:spcAft>
              <a:buFont typeface="Browallia New" panose="020B0604020202020204" pitchFamily="34" charset="-34"/>
              <a:buChar char="›"/>
              <a:defRPr lang="fr-FR" sz="1600" b="0" i="0" kern="1200">
                <a:solidFill>
                  <a:schemeClr val="tx1"/>
                </a:solidFill>
                <a:latin typeface="Segoe UI" panose="020B0502040204020203" pitchFamily="34" charset="0"/>
                <a:ea typeface="+mn-ea"/>
                <a:cs typeface="Segoe UI" panose="020B0502040204020203" pitchFamily="34" charset="0"/>
              </a:defRPr>
            </a:lvl2pPr>
            <a:lvl3pPr marL="920750" indent="-342900" algn="l" rtl="0" eaLnBrk="1" fontAlgn="base" hangingPunct="1">
              <a:lnSpc>
                <a:spcPct val="110000"/>
              </a:lnSpc>
              <a:spcBef>
                <a:spcPts val="0"/>
              </a:spcBef>
              <a:spcAft>
                <a:spcPts val="600"/>
              </a:spcAft>
              <a:buFont typeface="Calibri" panose="020F0502020204030204" pitchFamily="34" charset="0"/>
              <a:buChar char="»"/>
              <a:defRPr lang="fr-FR" sz="1400" b="0" i="0" kern="1200">
                <a:solidFill>
                  <a:schemeClr val="tx1"/>
                </a:solidFill>
                <a:latin typeface="Segoe UI" panose="020B0502040204020203" pitchFamily="34" charset="0"/>
                <a:ea typeface="+mn-ea"/>
                <a:cs typeface="Segoe UI" panose="020B0502040204020203" pitchFamily="34" charset="0"/>
              </a:defRPr>
            </a:lvl3pPr>
            <a:lvl4pPr marL="1165225" indent="-285750" algn="l" rtl="0" eaLnBrk="1" fontAlgn="base" hangingPunct="1">
              <a:lnSpc>
                <a:spcPct val="110000"/>
              </a:lnSpc>
              <a:spcBef>
                <a:spcPts val="0"/>
              </a:spcBef>
              <a:spcAft>
                <a:spcPts val="600"/>
              </a:spcAft>
              <a:buFont typeface="Segoe UI" panose="020B0502040204020203" pitchFamily="34" charset="0"/>
              <a:buChar char="‑"/>
              <a:defRPr lang="fr-FR" sz="1400" b="0" i="0" kern="1200">
                <a:solidFill>
                  <a:schemeClr val="tx1"/>
                </a:solidFill>
                <a:latin typeface="Segoe UI" panose="020B0502040204020203" pitchFamily="34" charset="0"/>
                <a:ea typeface="+mn-ea"/>
                <a:cs typeface="Segoe UI" panose="020B0502040204020203" pitchFamily="34" charset="0"/>
              </a:defRPr>
            </a:lvl4pPr>
            <a:lvl5pPr marL="1828800" indent="0" algn="l" rtl="0" eaLnBrk="1" fontAlgn="base" hangingPunct="1">
              <a:spcBef>
                <a:spcPct val="20000"/>
              </a:spcBef>
              <a:spcAft>
                <a:spcPct val="0"/>
              </a:spcAft>
              <a:buFont typeface="Arial" panose="020B0604020202020204" pitchFamily="34" charset="0"/>
              <a:buNone/>
              <a:defRPr sz="2000" kern="1200">
                <a:solidFill>
                  <a:schemeClr val="tx1">
                    <a:lumMod val="75000"/>
                    <a:lumOff val="25000"/>
                  </a:schemeClr>
                </a:solidFill>
                <a:latin typeface="Browallia New" panose="020B0604020202020204" pitchFamily="34" charset="-34"/>
                <a:ea typeface="+mn-ea"/>
                <a:cs typeface="Browallia New" panose="020B0604020202020204" pitchFamily="34" charset="-34"/>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buNone/>
            </a:pPr>
            <a:r>
              <a:rPr lang="fr-FR" dirty="0"/>
              <a:t>Texte</a:t>
            </a:r>
          </a:p>
        </p:txBody>
      </p:sp>
      <p:pic>
        <p:nvPicPr>
          <p:cNvPr id="8" name="Image 7"/>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49081" y="1656433"/>
            <a:ext cx="1332331" cy="1368008"/>
          </a:xfrm>
          <a:prstGeom prst="rect">
            <a:avLst/>
          </a:prstGeom>
        </p:spPr>
      </p:pic>
      <p:pic>
        <p:nvPicPr>
          <p:cNvPr id="9" name="Image 8"/>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149081" y="3339762"/>
            <a:ext cx="1227985" cy="1136802"/>
          </a:xfrm>
          <a:prstGeom prst="rect">
            <a:avLst/>
          </a:prstGeom>
        </p:spPr>
      </p:pic>
      <p:sp>
        <p:nvSpPr>
          <p:cNvPr id="10" name="Espace réservé du texte 2"/>
          <p:cNvSpPr txBox="1">
            <a:spLocks/>
          </p:cNvSpPr>
          <p:nvPr/>
        </p:nvSpPr>
        <p:spPr bwMode="auto">
          <a:xfrm>
            <a:off x="2925336" y="5259169"/>
            <a:ext cx="7410154" cy="4765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85750" indent="-285750" algn="l" rtl="0" eaLnBrk="1" fontAlgn="base" hangingPunct="1">
              <a:lnSpc>
                <a:spcPct val="110000"/>
              </a:lnSpc>
              <a:spcBef>
                <a:spcPts val="0"/>
              </a:spcBef>
              <a:spcAft>
                <a:spcPts val="600"/>
              </a:spcAft>
              <a:buFont typeface="Arial" panose="020B0604020202020204" pitchFamily="34" charset="0"/>
              <a:buChar char="•"/>
              <a:defRPr lang="fr-FR" sz="1800" b="0" i="0" kern="1200">
                <a:solidFill>
                  <a:schemeClr val="tx1"/>
                </a:solidFill>
                <a:latin typeface="Segoe UI" panose="020B0502040204020203" pitchFamily="34" charset="0"/>
                <a:ea typeface="+mn-ea"/>
                <a:cs typeface="Segoe UI" panose="020B0502040204020203" pitchFamily="34" charset="0"/>
              </a:defRPr>
            </a:lvl1pPr>
            <a:lvl2pPr marL="612775" indent="-342900" algn="l" rtl="0" eaLnBrk="1" fontAlgn="base" hangingPunct="1">
              <a:lnSpc>
                <a:spcPct val="110000"/>
              </a:lnSpc>
              <a:spcBef>
                <a:spcPts val="0"/>
              </a:spcBef>
              <a:spcAft>
                <a:spcPts val="600"/>
              </a:spcAft>
              <a:buFont typeface="Browallia New" panose="020B0604020202020204" pitchFamily="34" charset="-34"/>
              <a:buChar char="›"/>
              <a:defRPr lang="fr-FR" sz="1600" b="0" i="0" kern="1200">
                <a:solidFill>
                  <a:schemeClr val="tx1"/>
                </a:solidFill>
                <a:latin typeface="Segoe UI" panose="020B0502040204020203" pitchFamily="34" charset="0"/>
                <a:ea typeface="+mn-ea"/>
                <a:cs typeface="Segoe UI" panose="020B0502040204020203" pitchFamily="34" charset="0"/>
              </a:defRPr>
            </a:lvl2pPr>
            <a:lvl3pPr marL="920750" indent="-342900" algn="l" rtl="0" eaLnBrk="1" fontAlgn="base" hangingPunct="1">
              <a:lnSpc>
                <a:spcPct val="110000"/>
              </a:lnSpc>
              <a:spcBef>
                <a:spcPts val="0"/>
              </a:spcBef>
              <a:spcAft>
                <a:spcPts val="600"/>
              </a:spcAft>
              <a:buFont typeface="Calibri" panose="020F0502020204030204" pitchFamily="34" charset="0"/>
              <a:buChar char="»"/>
              <a:defRPr lang="fr-FR" sz="1400" b="0" i="0" kern="1200">
                <a:solidFill>
                  <a:schemeClr val="tx1"/>
                </a:solidFill>
                <a:latin typeface="Segoe UI" panose="020B0502040204020203" pitchFamily="34" charset="0"/>
                <a:ea typeface="+mn-ea"/>
                <a:cs typeface="Segoe UI" panose="020B0502040204020203" pitchFamily="34" charset="0"/>
              </a:defRPr>
            </a:lvl3pPr>
            <a:lvl4pPr marL="1165225" indent="-285750" algn="l" rtl="0" eaLnBrk="1" fontAlgn="base" hangingPunct="1">
              <a:lnSpc>
                <a:spcPct val="110000"/>
              </a:lnSpc>
              <a:spcBef>
                <a:spcPts val="0"/>
              </a:spcBef>
              <a:spcAft>
                <a:spcPts val="600"/>
              </a:spcAft>
              <a:buFont typeface="Segoe UI" panose="020B0502040204020203" pitchFamily="34" charset="0"/>
              <a:buChar char="‑"/>
              <a:defRPr lang="fr-FR" sz="1400" b="0" i="0" kern="1200">
                <a:solidFill>
                  <a:schemeClr val="tx1"/>
                </a:solidFill>
                <a:latin typeface="Segoe UI" panose="020B0502040204020203" pitchFamily="34" charset="0"/>
                <a:ea typeface="+mn-ea"/>
                <a:cs typeface="Segoe UI" panose="020B0502040204020203" pitchFamily="34" charset="0"/>
              </a:defRPr>
            </a:lvl4pPr>
            <a:lvl5pPr marL="1828800" indent="0" algn="l" rtl="0" eaLnBrk="1" fontAlgn="base" hangingPunct="1">
              <a:spcBef>
                <a:spcPct val="20000"/>
              </a:spcBef>
              <a:spcAft>
                <a:spcPct val="0"/>
              </a:spcAft>
              <a:buFont typeface="Arial" panose="020B0604020202020204" pitchFamily="34" charset="0"/>
              <a:buNone/>
              <a:defRPr sz="2000" kern="1200">
                <a:solidFill>
                  <a:schemeClr val="tx1">
                    <a:lumMod val="75000"/>
                    <a:lumOff val="25000"/>
                  </a:schemeClr>
                </a:solidFill>
                <a:latin typeface="Browallia New" panose="020B0604020202020204" pitchFamily="34" charset="-34"/>
                <a:ea typeface="+mn-ea"/>
                <a:cs typeface="Browallia New" panose="020B0604020202020204" pitchFamily="34" charset="-34"/>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buNone/>
            </a:pPr>
            <a:r>
              <a:rPr lang="fr-FR" dirty="0"/>
              <a:t>Texte</a:t>
            </a:r>
          </a:p>
        </p:txBody>
      </p:sp>
      <p:pic>
        <p:nvPicPr>
          <p:cNvPr id="6" name="Image 5"/>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149081" y="4838125"/>
            <a:ext cx="1222189" cy="1318653"/>
          </a:xfrm>
          <a:prstGeom prst="rect">
            <a:avLst/>
          </a:prstGeom>
        </p:spPr>
      </p:pic>
      <p:sp>
        <p:nvSpPr>
          <p:cNvPr id="12" name="Espace réservé du pied de page 3">
            <a:extLst>
              <a:ext uri="{FF2B5EF4-FFF2-40B4-BE49-F238E27FC236}">
                <a16:creationId xmlns:a16="http://schemas.microsoft.com/office/drawing/2014/main" id="{44D870AB-A2DA-B0C8-4B07-24ABB82DB8FC}"/>
              </a:ext>
            </a:extLst>
          </p:cNvPr>
          <p:cNvSpPr>
            <a:spLocks noGrp="1"/>
          </p:cNvSpPr>
          <p:nvPr>
            <p:ph type="ftr" sz="quarter" idx="3"/>
          </p:nvPr>
        </p:nvSpPr>
        <p:spPr>
          <a:xfrm>
            <a:off x="194408" y="6435303"/>
            <a:ext cx="5672016" cy="365125"/>
          </a:xfrm>
        </p:spPr>
        <p:txBody>
          <a:bodyPr lIns="91440" tIns="108000" rIns="91440" bIns="45720" anchor="t"/>
          <a:lstStyle/>
          <a:p>
            <a:r>
              <a:rPr lang="fr-FR" dirty="0">
                <a:cs typeface="Browallia New"/>
              </a:rPr>
              <a:t>2024 | ©</a:t>
            </a:r>
            <a:r>
              <a:rPr lang="fr-FR" dirty="0" err="1">
                <a:cs typeface="Browallia New"/>
              </a:rPr>
              <a:t>HeadMind</a:t>
            </a:r>
            <a:r>
              <a:rPr lang="fr-FR" dirty="0">
                <a:cs typeface="Browallia New"/>
              </a:rPr>
              <a:t> </a:t>
            </a:r>
            <a:r>
              <a:rPr lang="fr-FR" dirty="0" err="1">
                <a:cs typeface="Browallia New"/>
              </a:rPr>
              <a:t>Partners</a:t>
            </a:r>
            <a:r>
              <a:rPr lang="fr-FR" dirty="0">
                <a:cs typeface="Browallia New"/>
              </a:rPr>
              <a:t> | Confidentiel</a:t>
            </a:r>
            <a:endParaRPr lang="fr-FR" dirty="0"/>
          </a:p>
        </p:txBody>
      </p:sp>
    </p:spTree>
    <p:extLst>
      <p:ext uri="{BB962C8B-B14F-4D97-AF65-F5344CB8AC3E}">
        <p14:creationId xmlns:p14="http://schemas.microsoft.com/office/powerpoint/2010/main" val="2156240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latin typeface="Franklin Gothic Book"/>
              </a:rPr>
              <a:t>Titre </a:t>
            </a:r>
            <a:endParaRPr lang="fr-FR" b="1" dirty="0">
              <a:latin typeface="Franklin Gothic Book"/>
            </a:endParaRPr>
          </a:p>
        </p:txBody>
      </p:sp>
      <p:sp>
        <p:nvSpPr>
          <p:cNvPr id="3" name="Espace réservé du texte 2"/>
          <p:cNvSpPr>
            <a:spLocks noGrp="1"/>
          </p:cNvSpPr>
          <p:nvPr>
            <p:ph type="body" sz="quarter" idx="18"/>
          </p:nvPr>
        </p:nvSpPr>
        <p:spPr>
          <a:xfrm>
            <a:off x="708983" y="2133041"/>
            <a:ext cx="4500000" cy="2418936"/>
          </a:xfrm>
          <a:ln w="12700"/>
        </p:spPr>
        <p:txBody>
          <a:bodyPr/>
          <a:lstStyle/>
          <a:p>
            <a:pPr marL="0" indent="0">
              <a:buNone/>
            </a:pPr>
            <a:endParaRPr lang="fr-FR" sz="1500" dirty="0"/>
          </a:p>
          <a:p>
            <a:r>
              <a:rPr lang="fr-FR" sz="1600" dirty="0" err="1"/>
              <a:t>Lorem</a:t>
            </a:r>
            <a:r>
              <a:rPr lang="fr-FR" sz="1600" dirty="0"/>
              <a:t> </a:t>
            </a:r>
            <a:r>
              <a:rPr lang="fr-FR" sz="1600" dirty="0" err="1"/>
              <a:t>ipsum</a:t>
            </a:r>
            <a:r>
              <a:rPr lang="fr-FR" sz="1600" dirty="0"/>
              <a:t> </a:t>
            </a:r>
            <a:r>
              <a:rPr lang="fr-FR" sz="1600" dirty="0" err="1"/>
              <a:t>dolor</a:t>
            </a:r>
            <a:r>
              <a:rPr lang="fr-FR" sz="1600" dirty="0"/>
              <a:t> </a:t>
            </a:r>
            <a:r>
              <a:rPr lang="fr-FR" sz="1600" dirty="0" err="1"/>
              <a:t>sit</a:t>
            </a:r>
            <a:r>
              <a:rPr lang="fr-FR" sz="1600" dirty="0"/>
              <a:t> </a:t>
            </a:r>
            <a:r>
              <a:rPr lang="fr-FR" sz="1600" dirty="0" err="1"/>
              <a:t>amet</a:t>
            </a:r>
            <a:r>
              <a:rPr lang="fr-FR" sz="1600" dirty="0"/>
              <a:t>, </a:t>
            </a:r>
            <a:r>
              <a:rPr lang="fr-FR" sz="1600" dirty="0" err="1"/>
              <a:t>consectetur</a:t>
            </a:r>
            <a:r>
              <a:rPr lang="fr-FR" sz="1600" dirty="0"/>
              <a:t> </a:t>
            </a:r>
            <a:r>
              <a:rPr lang="fr-FR" sz="1600" dirty="0" err="1"/>
              <a:t>adipiscing</a:t>
            </a:r>
            <a:r>
              <a:rPr lang="fr-FR" sz="1600" dirty="0"/>
              <a:t> </a:t>
            </a:r>
            <a:r>
              <a:rPr lang="fr-FR" sz="1600" dirty="0" err="1"/>
              <a:t>elit</a:t>
            </a:r>
            <a:r>
              <a:rPr lang="fr-FR" sz="1600" dirty="0"/>
              <a:t>.</a:t>
            </a:r>
            <a:endParaRPr lang="fr-FR" sz="1500" dirty="0"/>
          </a:p>
        </p:txBody>
      </p:sp>
      <p:sp>
        <p:nvSpPr>
          <p:cNvPr id="4" name="Espace réservé du texte 3"/>
          <p:cNvSpPr>
            <a:spLocks noGrp="1"/>
          </p:cNvSpPr>
          <p:nvPr>
            <p:ph type="body" sz="quarter" idx="16"/>
          </p:nvPr>
        </p:nvSpPr>
        <p:spPr>
          <a:xfrm>
            <a:off x="1518419" y="1809218"/>
            <a:ext cx="3033752" cy="680590"/>
          </a:xfrm>
        </p:spPr>
        <p:txBody>
          <a:bodyPr/>
          <a:lstStyle/>
          <a:p>
            <a:r>
              <a:rPr lang="fr-FR" dirty="0" err="1"/>
              <a:t>Lorem</a:t>
            </a:r>
            <a:r>
              <a:rPr lang="fr-FR" dirty="0"/>
              <a:t> </a:t>
            </a:r>
            <a:r>
              <a:rPr lang="fr-FR" dirty="0" err="1"/>
              <a:t>ipsum</a:t>
            </a:r>
            <a:r>
              <a:rPr lang="fr-FR" dirty="0"/>
              <a:t> </a:t>
            </a:r>
            <a:r>
              <a:rPr lang="fr-FR" dirty="0" err="1"/>
              <a:t>dolor</a:t>
            </a:r>
            <a:r>
              <a:rPr lang="fr-FR" dirty="0"/>
              <a:t> </a:t>
            </a:r>
            <a:r>
              <a:rPr lang="fr-FR" dirty="0" err="1"/>
              <a:t>sit</a:t>
            </a:r>
            <a:r>
              <a:rPr lang="fr-FR" dirty="0"/>
              <a:t> </a:t>
            </a:r>
            <a:r>
              <a:rPr lang="fr-FR" dirty="0" err="1" smtClean="0"/>
              <a:t>amet</a:t>
            </a:r>
            <a:endParaRPr lang="fr-FR" dirty="0"/>
          </a:p>
        </p:txBody>
      </p:sp>
      <p:sp>
        <p:nvSpPr>
          <p:cNvPr id="5" name="Espace réservé du texte 4"/>
          <p:cNvSpPr>
            <a:spLocks noGrp="1"/>
          </p:cNvSpPr>
          <p:nvPr>
            <p:ph type="body" sz="quarter" idx="21"/>
          </p:nvPr>
        </p:nvSpPr>
        <p:spPr>
          <a:xfrm>
            <a:off x="6768219" y="2133041"/>
            <a:ext cx="4500000" cy="2418936"/>
          </a:xfrm>
          <a:ln w="12700"/>
        </p:spPr>
        <p:txBody>
          <a:bodyPr/>
          <a:lstStyle/>
          <a:p>
            <a:pPr marL="0" indent="0">
              <a:buNone/>
            </a:pPr>
            <a:endParaRPr lang="fr-FR" sz="1500" dirty="0"/>
          </a:p>
          <a:p>
            <a:r>
              <a:rPr lang="fr-FR" sz="1600" dirty="0" err="1"/>
              <a:t>Lorem</a:t>
            </a:r>
            <a:r>
              <a:rPr lang="fr-FR" sz="1600" dirty="0"/>
              <a:t> </a:t>
            </a:r>
            <a:r>
              <a:rPr lang="fr-FR" sz="1600" dirty="0" err="1"/>
              <a:t>ipsum</a:t>
            </a:r>
            <a:r>
              <a:rPr lang="fr-FR" sz="1600" dirty="0"/>
              <a:t> </a:t>
            </a:r>
            <a:r>
              <a:rPr lang="fr-FR" sz="1600" dirty="0" err="1"/>
              <a:t>dolor</a:t>
            </a:r>
            <a:r>
              <a:rPr lang="fr-FR" sz="1600" dirty="0"/>
              <a:t> </a:t>
            </a:r>
            <a:r>
              <a:rPr lang="fr-FR" sz="1600" dirty="0" err="1"/>
              <a:t>sit</a:t>
            </a:r>
            <a:r>
              <a:rPr lang="fr-FR" sz="1600" dirty="0"/>
              <a:t> </a:t>
            </a:r>
            <a:r>
              <a:rPr lang="fr-FR" sz="1600" dirty="0" err="1"/>
              <a:t>amet</a:t>
            </a:r>
            <a:r>
              <a:rPr lang="fr-FR" sz="1600" dirty="0"/>
              <a:t>, </a:t>
            </a:r>
            <a:r>
              <a:rPr lang="fr-FR" sz="1600" dirty="0" err="1"/>
              <a:t>consectetur</a:t>
            </a:r>
            <a:r>
              <a:rPr lang="fr-FR" sz="1600" dirty="0"/>
              <a:t> </a:t>
            </a:r>
            <a:r>
              <a:rPr lang="fr-FR" sz="1600" dirty="0" err="1"/>
              <a:t>adipiscing</a:t>
            </a:r>
            <a:r>
              <a:rPr lang="fr-FR" sz="1600" dirty="0"/>
              <a:t> </a:t>
            </a:r>
            <a:r>
              <a:rPr lang="fr-FR" sz="1600" dirty="0" err="1"/>
              <a:t>elit</a:t>
            </a:r>
            <a:r>
              <a:rPr lang="fr-FR" sz="1600" dirty="0" smtClean="0"/>
              <a:t>.</a:t>
            </a:r>
          </a:p>
          <a:p>
            <a:r>
              <a:rPr lang="fr-FR" sz="1600" dirty="0" err="1"/>
              <a:t>Lorem</a:t>
            </a:r>
            <a:r>
              <a:rPr lang="fr-FR" sz="1600" dirty="0"/>
              <a:t> </a:t>
            </a:r>
            <a:r>
              <a:rPr lang="fr-FR" sz="1600" dirty="0" err="1"/>
              <a:t>ipsum</a:t>
            </a:r>
            <a:r>
              <a:rPr lang="fr-FR" sz="1600" dirty="0"/>
              <a:t> </a:t>
            </a:r>
            <a:r>
              <a:rPr lang="fr-FR" sz="1600" dirty="0" err="1"/>
              <a:t>dolor</a:t>
            </a:r>
            <a:r>
              <a:rPr lang="fr-FR" sz="1600" dirty="0"/>
              <a:t> </a:t>
            </a:r>
            <a:r>
              <a:rPr lang="fr-FR" sz="1600" dirty="0" err="1"/>
              <a:t>sit</a:t>
            </a:r>
            <a:r>
              <a:rPr lang="fr-FR" sz="1600" dirty="0"/>
              <a:t> </a:t>
            </a:r>
            <a:r>
              <a:rPr lang="fr-FR" sz="1600" dirty="0" err="1"/>
              <a:t>amet</a:t>
            </a:r>
            <a:r>
              <a:rPr lang="fr-FR" sz="1600" dirty="0"/>
              <a:t>, </a:t>
            </a:r>
            <a:r>
              <a:rPr lang="fr-FR" sz="1600" dirty="0" err="1"/>
              <a:t>consectetur</a:t>
            </a:r>
            <a:r>
              <a:rPr lang="fr-FR" sz="1600" dirty="0"/>
              <a:t> </a:t>
            </a:r>
            <a:r>
              <a:rPr lang="fr-FR" sz="1600" dirty="0" err="1"/>
              <a:t>adipiscing</a:t>
            </a:r>
            <a:r>
              <a:rPr lang="fr-FR" sz="1600" dirty="0"/>
              <a:t> </a:t>
            </a:r>
            <a:r>
              <a:rPr lang="fr-FR" sz="1600" dirty="0" err="1"/>
              <a:t>elit</a:t>
            </a:r>
            <a:r>
              <a:rPr lang="fr-FR" sz="1600" dirty="0"/>
              <a:t>.</a:t>
            </a:r>
            <a:endParaRPr lang="fr-FR" sz="1500" dirty="0"/>
          </a:p>
        </p:txBody>
      </p:sp>
      <p:sp>
        <p:nvSpPr>
          <p:cNvPr id="6" name="Espace réservé du texte 5"/>
          <p:cNvSpPr>
            <a:spLocks noGrp="1"/>
          </p:cNvSpPr>
          <p:nvPr>
            <p:ph type="body" sz="quarter" idx="17"/>
          </p:nvPr>
        </p:nvSpPr>
        <p:spPr>
          <a:xfrm>
            <a:off x="7748614" y="1809218"/>
            <a:ext cx="2534739" cy="680590"/>
          </a:xfrm>
        </p:spPr>
        <p:txBody>
          <a:bodyPr/>
          <a:lstStyle/>
          <a:p>
            <a:r>
              <a:rPr lang="fr-FR" dirty="0" err="1"/>
              <a:t>Lorem</a:t>
            </a:r>
            <a:r>
              <a:rPr lang="fr-FR" dirty="0"/>
              <a:t> </a:t>
            </a:r>
            <a:r>
              <a:rPr lang="fr-FR" dirty="0" err="1"/>
              <a:t>ipsum</a:t>
            </a:r>
            <a:r>
              <a:rPr lang="fr-FR" dirty="0"/>
              <a:t> </a:t>
            </a:r>
            <a:r>
              <a:rPr lang="fr-FR" dirty="0" err="1"/>
              <a:t>dolor</a:t>
            </a:r>
            <a:r>
              <a:rPr lang="fr-FR" dirty="0"/>
              <a:t> </a:t>
            </a:r>
            <a:r>
              <a:rPr lang="fr-FR" dirty="0" err="1"/>
              <a:t>sit</a:t>
            </a:r>
            <a:r>
              <a:rPr lang="fr-FR" dirty="0"/>
              <a:t> </a:t>
            </a:r>
            <a:r>
              <a:rPr lang="fr-FR" dirty="0" err="1" smtClean="0"/>
              <a:t>amet</a:t>
            </a:r>
            <a:endParaRPr lang="fr-FR" dirty="0"/>
          </a:p>
        </p:txBody>
      </p:sp>
      <p:sp>
        <p:nvSpPr>
          <p:cNvPr id="10" name="Espace réservé du texte 6"/>
          <p:cNvSpPr>
            <a:spLocks noGrp="1"/>
          </p:cNvSpPr>
          <p:nvPr>
            <p:ph type="body" sz="quarter" idx="22"/>
          </p:nvPr>
        </p:nvSpPr>
        <p:spPr>
          <a:xfrm>
            <a:off x="2348191" y="5028009"/>
            <a:ext cx="7486362" cy="1103313"/>
          </a:xfrm>
          <a:solidFill>
            <a:schemeClr val="accent6">
              <a:lumMod val="95000"/>
            </a:schemeClr>
          </a:solidFill>
          <a:ln>
            <a:noFill/>
          </a:ln>
        </p:spPr>
        <p:txBody>
          <a:bodyPr anchor="ctr">
            <a:noAutofit/>
          </a:bodyPr>
          <a:lstStyle/>
          <a:p>
            <a:pPr marL="714375" lvl="1"/>
            <a:r>
              <a:rPr lang="fr-FR" b="1" dirty="0"/>
              <a:t>Lorem</a:t>
            </a:r>
            <a:r>
              <a:rPr lang="fr-FR" dirty="0"/>
              <a:t> ipsum dolor sit amet, consectetur adipiscing </a:t>
            </a:r>
            <a:r>
              <a:rPr lang="fr-FR" dirty="0" err="1"/>
              <a:t>elit</a:t>
            </a:r>
            <a:r>
              <a:rPr lang="fr-FR" dirty="0" smtClean="0"/>
              <a:t>.</a:t>
            </a:r>
          </a:p>
          <a:p>
            <a:pPr marL="714375" lvl="1"/>
            <a:r>
              <a:rPr lang="fr-FR" dirty="0"/>
              <a:t>Lorem ipsum dolor sit amet, consectetur </a:t>
            </a:r>
            <a:r>
              <a:rPr lang="fr-FR" b="1" dirty="0"/>
              <a:t>adipiscing</a:t>
            </a:r>
            <a:r>
              <a:rPr lang="fr-FR" dirty="0"/>
              <a:t> elit.</a:t>
            </a:r>
          </a:p>
        </p:txBody>
      </p:sp>
      <p:sp>
        <p:nvSpPr>
          <p:cNvPr id="11" name="Espace réservé du numéro de diapositive 2"/>
          <p:cNvSpPr>
            <a:spLocks noGrp="1"/>
          </p:cNvSpPr>
          <p:nvPr>
            <p:ph type="sldNum" sz="quarter" idx="4"/>
          </p:nvPr>
        </p:nvSpPr>
        <p:spPr>
          <a:xfrm>
            <a:off x="11296150" y="6435303"/>
            <a:ext cx="654550" cy="365125"/>
          </a:xfrm>
        </p:spPr>
        <p:txBody>
          <a:bodyPr/>
          <a:lstStyle/>
          <a:p>
            <a:pPr>
              <a:defRPr/>
            </a:pPr>
            <a:fld id="{F4FEB08F-923E-484A-9FC5-0AA7BDA29BD6}" type="slidenum">
              <a:rPr lang="fr-FR" smtClean="0"/>
              <a:pPr>
                <a:defRPr/>
              </a:pPr>
              <a:t>17</a:t>
            </a:fld>
            <a:endParaRPr lang="fr-FR"/>
          </a:p>
        </p:txBody>
      </p:sp>
      <p:pic>
        <p:nvPicPr>
          <p:cNvPr id="13" name="Image 12"/>
          <p:cNvPicPr>
            <a:picLocks noChangeAspect="1"/>
          </p:cNvPicPr>
          <p:nvPr/>
        </p:nvPicPr>
        <p:blipFill>
          <a:blip r:embed="rId2">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3733169" y="1199461"/>
            <a:ext cx="4550162" cy="4550162"/>
          </a:xfrm>
          <a:prstGeom prst="rect">
            <a:avLst/>
          </a:prstGeom>
        </p:spPr>
      </p:pic>
      <p:sp>
        <p:nvSpPr>
          <p:cNvPr id="14" name="Espace réservé du pied de page 3">
            <a:extLst>
              <a:ext uri="{FF2B5EF4-FFF2-40B4-BE49-F238E27FC236}">
                <a16:creationId xmlns:a16="http://schemas.microsoft.com/office/drawing/2014/main" id="{440031CA-4178-86EA-631A-3FB79B364A45}"/>
              </a:ext>
            </a:extLst>
          </p:cNvPr>
          <p:cNvSpPr>
            <a:spLocks noGrp="1"/>
          </p:cNvSpPr>
          <p:nvPr>
            <p:ph type="ftr" sz="quarter" idx="3"/>
          </p:nvPr>
        </p:nvSpPr>
        <p:spPr>
          <a:xfrm>
            <a:off x="194408" y="6435303"/>
            <a:ext cx="5672016" cy="365125"/>
          </a:xfrm>
        </p:spPr>
        <p:txBody>
          <a:bodyPr lIns="91440" tIns="108000" rIns="91440" bIns="45720" anchor="t"/>
          <a:lstStyle/>
          <a:p>
            <a:r>
              <a:rPr lang="fr-FR" dirty="0">
                <a:cs typeface="Browallia New"/>
              </a:rPr>
              <a:t>2024 | ©</a:t>
            </a:r>
            <a:r>
              <a:rPr lang="fr-FR" dirty="0" err="1">
                <a:cs typeface="Browallia New"/>
              </a:rPr>
              <a:t>HeadMind</a:t>
            </a:r>
            <a:r>
              <a:rPr lang="fr-FR" dirty="0">
                <a:cs typeface="Browallia New"/>
              </a:rPr>
              <a:t> </a:t>
            </a:r>
            <a:r>
              <a:rPr lang="fr-FR" dirty="0" err="1">
                <a:cs typeface="Browallia New"/>
              </a:rPr>
              <a:t>Partners</a:t>
            </a:r>
            <a:r>
              <a:rPr lang="fr-FR" dirty="0">
                <a:cs typeface="Browallia New"/>
              </a:rPr>
              <a:t> | Confidentiel</a:t>
            </a:r>
            <a:endParaRPr lang="fr-FR" dirty="0"/>
          </a:p>
        </p:txBody>
      </p:sp>
    </p:spTree>
    <p:extLst>
      <p:ext uri="{BB962C8B-B14F-4D97-AF65-F5344CB8AC3E}">
        <p14:creationId xmlns:p14="http://schemas.microsoft.com/office/powerpoint/2010/main" val="1835903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11910" y="536712"/>
            <a:ext cx="11153041" cy="516023"/>
          </a:xfrm>
        </p:spPr>
        <p:txBody>
          <a:bodyPr/>
          <a:lstStyle/>
          <a:p>
            <a:r>
              <a:rPr lang="fr-FR" dirty="0" smtClean="0">
                <a:latin typeface="Franklin Gothic Book"/>
              </a:rPr>
              <a:t>TITRE </a:t>
            </a:r>
            <a:endParaRPr lang="fr-FR" sz="2000" dirty="0">
              <a:latin typeface="Franklin Gothic Book"/>
            </a:endParaRPr>
          </a:p>
        </p:txBody>
      </p:sp>
      <p:graphicFrame>
        <p:nvGraphicFramePr>
          <p:cNvPr id="5" name="Diagramme 4"/>
          <p:cNvGraphicFramePr/>
          <p:nvPr>
            <p:extLst>
              <p:ext uri="{D42A27DB-BD31-4B8C-83A1-F6EECF244321}">
                <p14:modId xmlns:p14="http://schemas.microsoft.com/office/powerpoint/2010/main" val="2233770837"/>
              </p:ext>
            </p:extLst>
          </p:nvPr>
        </p:nvGraphicFramePr>
        <p:xfrm>
          <a:off x="511908" y="1283085"/>
          <a:ext cx="11153043"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 name="Flèche courbée vers la gauche 17"/>
          <p:cNvSpPr/>
          <p:nvPr/>
        </p:nvSpPr>
        <p:spPr>
          <a:xfrm rot="5400000">
            <a:off x="4881418" y="3246584"/>
            <a:ext cx="1126835" cy="3315854"/>
          </a:xfrm>
          <a:prstGeom prst="curvedLeftArrow">
            <a:avLst/>
          </a:prstGeom>
          <a:solidFill>
            <a:schemeClr val="bg1">
              <a:lumMod val="95000"/>
            </a:schemeClr>
          </a:solidFill>
          <a:ln w="12700">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Espace réservé du numéro de diapositive 2"/>
          <p:cNvSpPr>
            <a:spLocks noGrp="1"/>
          </p:cNvSpPr>
          <p:nvPr>
            <p:ph type="sldNum" sz="quarter" idx="4"/>
          </p:nvPr>
        </p:nvSpPr>
        <p:spPr>
          <a:xfrm>
            <a:off x="11296150" y="6435303"/>
            <a:ext cx="654550" cy="365125"/>
          </a:xfrm>
        </p:spPr>
        <p:txBody>
          <a:bodyPr/>
          <a:lstStyle/>
          <a:p>
            <a:pPr>
              <a:defRPr/>
            </a:pPr>
            <a:fld id="{F4FEB08F-923E-484A-9FC5-0AA7BDA29BD6}" type="slidenum">
              <a:rPr lang="fr-FR" smtClean="0"/>
              <a:pPr>
                <a:defRPr/>
              </a:pPr>
              <a:t>18</a:t>
            </a:fld>
            <a:endParaRPr lang="fr-FR"/>
          </a:p>
        </p:txBody>
      </p:sp>
      <p:sp>
        <p:nvSpPr>
          <p:cNvPr id="40" name="Espace réservé du pied de page 3">
            <a:extLst>
              <a:ext uri="{FF2B5EF4-FFF2-40B4-BE49-F238E27FC236}">
                <a16:creationId xmlns:a16="http://schemas.microsoft.com/office/drawing/2014/main" id="{E922CEBC-0518-897F-F9A4-B70C8B3B2FD2}"/>
              </a:ext>
            </a:extLst>
          </p:cNvPr>
          <p:cNvSpPr>
            <a:spLocks noGrp="1"/>
          </p:cNvSpPr>
          <p:nvPr>
            <p:ph type="ftr" sz="quarter" idx="3"/>
          </p:nvPr>
        </p:nvSpPr>
        <p:spPr>
          <a:xfrm>
            <a:off x="194408" y="6435303"/>
            <a:ext cx="5672016" cy="365125"/>
          </a:xfrm>
        </p:spPr>
        <p:txBody>
          <a:bodyPr lIns="91440" tIns="108000" rIns="91440" bIns="45720" anchor="t"/>
          <a:lstStyle/>
          <a:p>
            <a:r>
              <a:rPr lang="fr-FR" dirty="0">
                <a:cs typeface="Browallia New"/>
              </a:rPr>
              <a:t>2024 | ©</a:t>
            </a:r>
            <a:r>
              <a:rPr lang="fr-FR" dirty="0" err="1">
                <a:cs typeface="Browallia New"/>
              </a:rPr>
              <a:t>HeadMind</a:t>
            </a:r>
            <a:r>
              <a:rPr lang="fr-FR" dirty="0">
                <a:cs typeface="Browallia New"/>
              </a:rPr>
              <a:t> </a:t>
            </a:r>
            <a:r>
              <a:rPr lang="fr-FR" dirty="0" err="1">
                <a:cs typeface="Browallia New"/>
              </a:rPr>
              <a:t>Partners</a:t>
            </a:r>
            <a:r>
              <a:rPr lang="fr-FR" dirty="0">
                <a:cs typeface="Browallia New"/>
              </a:rPr>
              <a:t> | Confidentiel</a:t>
            </a:r>
            <a:endParaRPr lang="fr-FR" dirty="0"/>
          </a:p>
        </p:txBody>
      </p:sp>
    </p:spTree>
    <p:extLst>
      <p:ext uri="{BB962C8B-B14F-4D97-AF65-F5344CB8AC3E}">
        <p14:creationId xmlns:p14="http://schemas.microsoft.com/office/powerpoint/2010/main" val="3456476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Sources</a:t>
            </a:r>
            <a:endParaRPr lang="fr-FR" dirty="0"/>
          </a:p>
        </p:txBody>
      </p:sp>
      <p:sp>
        <p:nvSpPr>
          <p:cNvPr id="3" name="Espace réservé du texte 2"/>
          <p:cNvSpPr>
            <a:spLocks noGrp="1"/>
          </p:cNvSpPr>
          <p:nvPr>
            <p:ph type="body" sz="quarter" idx="14"/>
          </p:nvPr>
        </p:nvSpPr>
        <p:spPr>
          <a:xfrm>
            <a:off x="409395" y="1361972"/>
            <a:ext cx="11137237" cy="4467225"/>
          </a:xfrm>
        </p:spPr>
        <p:txBody>
          <a:bodyPr/>
          <a:lstStyle/>
          <a:p>
            <a:r>
              <a:rPr lang="fr-FR" dirty="0" smtClean="0"/>
              <a:t>[1</a:t>
            </a:r>
            <a:r>
              <a:rPr lang="fr-FR" dirty="0"/>
              <a:t>] </a:t>
            </a:r>
            <a:r>
              <a:rPr lang="fr-FR" dirty="0">
                <a:hlinkClick r:id="rId2"/>
              </a:rPr>
              <a:t>https://</a:t>
            </a:r>
            <a:r>
              <a:rPr lang="fr-FR" dirty="0" smtClean="0">
                <a:hlinkClick r:id="rId2"/>
              </a:rPr>
              <a:t>www.expertmarketresearch.com/reports/sports-betting-market</a:t>
            </a:r>
            <a:endParaRPr lang="fr-FR" dirty="0" smtClean="0"/>
          </a:p>
          <a:p>
            <a:r>
              <a:rPr lang="fr-FR" dirty="0" smtClean="0"/>
              <a:t>[2</a:t>
            </a:r>
            <a:r>
              <a:rPr lang="fr-FR" dirty="0"/>
              <a:t>] </a:t>
            </a:r>
            <a:r>
              <a:rPr lang="fr-FR" dirty="0">
                <a:hlinkClick r:id="rId3"/>
              </a:rPr>
              <a:t>https://</a:t>
            </a:r>
            <a:r>
              <a:rPr lang="fr-FR" dirty="0" smtClean="0">
                <a:hlinkClick r:id="rId3"/>
              </a:rPr>
              <a:t>www.databridgemarketresearch.com/reports/global-sports-betting-market</a:t>
            </a:r>
            <a:endParaRPr lang="fr-FR" dirty="0" smtClean="0"/>
          </a:p>
          <a:p>
            <a:r>
              <a:rPr lang="fr-FR" dirty="0" smtClean="0"/>
              <a:t>[3</a:t>
            </a:r>
            <a:r>
              <a:rPr lang="fr-FR" dirty="0"/>
              <a:t>] </a:t>
            </a:r>
            <a:r>
              <a:rPr lang="fr-FR" dirty="0">
                <a:hlinkClick r:id="rId4"/>
              </a:rPr>
              <a:t>https://</a:t>
            </a:r>
            <a:r>
              <a:rPr lang="fr-FR" dirty="0" smtClean="0">
                <a:hlinkClick r:id="rId4"/>
              </a:rPr>
              <a:t>blog.bizvibe.com/blog/sports-betting-companies</a:t>
            </a:r>
            <a:endParaRPr lang="fr-FR" dirty="0" smtClean="0"/>
          </a:p>
          <a:p>
            <a:endParaRPr lang="fr-FR" dirty="0" smtClean="0"/>
          </a:p>
          <a:p>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19</a:t>
            </a:fld>
            <a:endParaRPr lang="fr-FR"/>
          </a:p>
        </p:txBody>
      </p:sp>
      <p:sp>
        <p:nvSpPr>
          <p:cNvPr id="5" name="Espace réservé du pied de page 4"/>
          <p:cNvSpPr>
            <a:spLocks noGrp="1"/>
          </p:cNvSpPr>
          <p:nvPr>
            <p:ph type="ftr" sz="quarter" idx="3"/>
          </p:nvPr>
        </p:nvSpPr>
        <p:spPr/>
        <p:txBody>
          <a:bodyPr/>
          <a:lstStyle/>
          <a:p>
            <a:r>
              <a:rPr lang="fr-FR" smtClean="0"/>
              <a:t>2024 | ©HeadMind Partners | Publique</a:t>
            </a:r>
            <a:endParaRPr lang="fr-FR"/>
          </a:p>
        </p:txBody>
      </p:sp>
    </p:spTree>
    <p:extLst>
      <p:ext uri="{BB962C8B-B14F-4D97-AF65-F5344CB8AC3E}">
        <p14:creationId xmlns:p14="http://schemas.microsoft.com/office/powerpoint/2010/main" val="32898194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377316" y="2260873"/>
            <a:ext cx="2836173" cy="2836773"/>
          </a:xfrm>
          <a:prstGeom prst="rect">
            <a:avLst/>
          </a:prstGeom>
          <a:noFill/>
        </p:spPr>
      </p:pic>
      <p:sp>
        <p:nvSpPr>
          <p:cNvPr id="7" name="Titre 1"/>
          <p:cNvSpPr txBox="1">
            <a:spLocks/>
          </p:cNvSpPr>
          <p:nvPr/>
        </p:nvSpPr>
        <p:spPr>
          <a:xfrm>
            <a:off x="8151119" y="2343921"/>
            <a:ext cx="3246041" cy="715030"/>
          </a:xfrm>
          <a:prstGeom prst="rect">
            <a:avLst/>
          </a:prstGeom>
        </p:spPr>
        <p:txBody>
          <a:bodyPr/>
          <a:lstStyle>
            <a:lvl1pPr algn="l" rtl="0" eaLnBrk="1" fontAlgn="base" hangingPunct="1">
              <a:spcBef>
                <a:spcPct val="0"/>
              </a:spcBef>
              <a:spcAft>
                <a:spcPct val="0"/>
              </a:spcAft>
              <a:defRPr sz="2400" b="1" i="0" kern="1200" baseline="0">
                <a:solidFill>
                  <a:srgbClr val="273457"/>
                </a:solidFill>
                <a:latin typeface="Franklin Gothic Medium" panose="020B0603020102020204" pitchFamily="34" charset="0"/>
                <a:ea typeface="+mj-ea"/>
                <a:cs typeface="Franklin Gothic Medium" panose="020B0603020102020204" pitchFamily="34" charset="0"/>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lgn="ctr"/>
            <a:r>
              <a:rPr lang="fr-FR" sz="2800" b="0">
                <a:solidFill>
                  <a:schemeClr val="bg1"/>
                </a:solidFill>
                <a:latin typeface="+mj-lt"/>
              </a:rPr>
              <a:t>Vos interlocuteurs</a:t>
            </a:r>
          </a:p>
        </p:txBody>
      </p:sp>
      <p:sp>
        <p:nvSpPr>
          <p:cNvPr id="8" name="Ellipse 7"/>
          <p:cNvSpPr/>
          <p:nvPr/>
        </p:nvSpPr>
        <p:spPr>
          <a:xfrm>
            <a:off x="1384723" y="800945"/>
            <a:ext cx="1839600" cy="18382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Ellipse 8"/>
          <p:cNvSpPr/>
          <p:nvPr/>
        </p:nvSpPr>
        <p:spPr>
          <a:xfrm>
            <a:off x="4403363" y="796138"/>
            <a:ext cx="1839600" cy="183824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Espace réservé du texte 1"/>
          <p:cNvSpPr txBox="1">
            <a:spLocks/>
          </p:cNvSpPr>
          <p:nvPr/>
        </p:nvSpPr>
        <p:spPr bwMode="auto">
          <a:xfrm>
            <a:off x="995766" y="2951214"/>
            <a:ext cx="2617515" cy="30533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85750" indent="-285750" algn="l" rtl="0" eaLnBrk="1" fontAlgn="base" hangingPunct="1">
              <a:lnSpc>
                <a:spcPct val="112000"/>
              </a:lnSpc>
              <a:spcBef>
                <a:spcPts val="0"/>
              </a:spcBef>
              <a:spcAft>
                <a:spcPts val="600"/>
              </a:spcAft>
              <a:buFont typeface="Arial" panose="020B0604020202020204" pitchFamily="34" charset="0"/>
              <a:buChar char="•"/>
              <a:defRPr lang="fr-FR" sz="1800" b="0" i="0" kern="1200" dirty="0" smtClean="0">
                <a:solidFill>
                  <a:schemeClr val="tx1"/>
                </a:solidFill>
                <a:latin typeface="Segoe UI" panose="020B0502040204020203" pitchFamily="34" charset="0"/>
                <a:ea typeface="+mn-ea"/>
                <a:cs typeface="Segoe UI" panose="020B0502040204020203" pitchFamily="34" charset="0"/>
              </a:defRPr>
            </a:lvl1pPr>
            <a:lvl2pPr marL="612775" indent="-342900" algn="l" rtl="0" eaLnBrk="1" fontAlgn="base" hangingPunct="1">
              <a:lnSpc>
                <a:spcPct val="112000"/>
              </a:lnSpc>
              <a:spcBef>
                <a:spcPts val="0"/>
              </a:spcBef>
              <a:spcAft>
                <a:spcPts val="600"/>
              </a:spcAft>
              <a:buFont typeface="Browallia New" panose="020B0604020202020204" pitchFamily="34" charset="-34"/>
              <a:buChar char="›"/>
              <a:defRPr lang="fr-FR" sz="1600" b="0" i="0" kern="1200" dirty="0" smtClean="0">
                <a:solidFill>
                  <a:schemeClr val="tx1"/>
                </a:solidFill>
                <a:latin typeface="Segoe UI" panose="020B0502040204020203" pitchFamily="34" charset="0"/>
                <a:ea typeface="+mn-ea"/>
                <a:cs typeface="Segoe UI" panose="020B0502040204020203" pitchFamily="34" charset="0"/>
              </a:defRPr>
            </a:lvl2pPr>
            <a:lvl3pPr marL="920750" indent="-342900" algn="l" rtl="0" eaLnBrk="1" fontAlgn="base" hangingPunct="1">
              <a:lnSpc>
                <a:spcPct val="112000"/>
              </a:lnSpc>
              <a:spcBef>
                <a:spcPts val="0"/>
              </a:spcBef>
              <a:spcAft>
                <a:spcPts val="600"/>
              </a:spcAft>
              <a:buFont typeface="Calibri" panose="020F0502020204030204" pitchFamily="34" charset="0"/>
              <a:buChar char="»"/>
              <a:defRPr lang="fr-FR" sz="1400" b="0" i="0" kern="1200" dirty="0" smtClean="0">
                <a:solidFill>
                  <a:schemeClr val="tx1"/>
                </a:solidFill>
                <a:latin typeface="Segoe UI" panose="020B0502040204020203" pitchFamily="34" charset="0"/>
                <a:ea typeface="+mn-ea"/>
                <a:cs typeface="Segoe UI" panose="020B0502040204020203" pitchFamily="34" charset="0"/>
              </a:defRPr>
            </a:lvl3pPr>
            <a:lvl4pPr marL="1025525" indent="-285750" algn="l" rtl="0" eaLnBrk="1" fontAlgn="base" hangingPunct="1">
              <a:lnSpc>
                <a:spcPct val="112000"/>
              </a:lnSpc>
              <a:spcBef>
                <a:spcPts val="0"/>
              </a:spcBef>
              <a:spcAft>
                <a:spcPts val="600"/>
              </a:spcAft>
              <a:buFont typeface="Arial" panose="020B0604020202020204" pitchFamily="34" charset="0"/>
              <a:buNone/>
              <a:defRPr lang="fr-FR" sz="1400" b="0" i="0" kern="1200" dirty="0" smtClean="0">
                <a:solidFill>
                  <a:schemeClr val="tx1"/>
                </a:solidFill>
                <a:latin typeface="Segoe UI" panose="020B0502040204020203" pitchFamily="34" charset="0"/>
                <a:ea typeface="+mn-ea"/>
                <a:cs typeface="Segoe UI" panose="020B0502040204020203" pitchFamily="34" charset="0"/>
              </a:defRPr>
            </a:lvl4pPr>
            <a:lvl5pPr marL="1828800" indent="0" algn="l" rtl="0" eaLnBrk="1" fontAlgn="base" hangingPunct="1">
              <a:spcBef>
                <a:spcPct val="20000"/>
              </a:spcBef>
              <a:spcAft>
                <a:spcPct val="0"/>
              </a:spcAft>
              <a:buFont typeface="Arial" panose="020B0604020202020204" pitchFamily="34" charset="0"/>
              <a:buNone/>
              <a:defRPr sz="2000" kern="1200">
                <a:solidFill>
                  <a:schemeClr val="tx1">
                    <a:lumMod val="75000"/>
                    <a:lumOff val="25000"/>
                  </a:schemeClr>
                </a:solidFill>
                <a:latin typeface="Browallia New" panose="020B0604020202020204" pitchFamily="34" charset="-34"/>
                <a:ea typeface="+mn-ea"/>
                <a:cs typeface="Browallia New" panose="020B0604020202020204" pitchFamily="34" charset="-34"/>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fr-FR" sz="1500" b="1" dirty="0" smtClean="0">
                <a:latin typeface="Segoe UI"/>
                <a:cs typeface="Segoe UI"/>
              </a:rPr>
              <a:t>Prénom NOM</a:t>
            </a:r>
            <a:endParaRPr lang="fr-FR" sz="1500" b="1" dirty="0"/>
          </a:p>
          <a:p>
            <a:pPr marL="0" indent="0" algn="ctr">
              <a:buNone/>
            </a:pPr>
            <a:r>
              <a:rPr lang="fr-FR" sz="1400" i="1" dirty="0">
                <a:latin typeface="Segoe UI"/>
                <a:cs typeface="Segoe UI"/>
              </a:rPr>
              <a:t>AI consultant</a:t>
            </a:r>
          </a:p>
          <a:p>
            <a:pPr algn="ctr"/>
            <a:endParaRPr lang="fr-FR" sz="1200" dirty="0"/>
          </a:p>
          <a:p>
            <a:pPr marL="0" indent="0" algn="ctr">
              <a:buFont typeface="Arial" panose="020B0604020202020204" pitchFamily="34" charset="0"/>
              <a:buNone/>
            </a:pPr>
            <a:r>
              <a:rPr lang="fr-FR" sz="1200" dirty="0"/>
              <a:t>Pavillon </a:t>
            </a:r>
            <a:r>
              <a:rPr lang="fr-FR" sz="1200" dirty="0" err="1"/>
              <a:t>Bourdan</a:t>
            </a:r>
            <a:endParaRPr lang="fr-FR" sz="1200" dirty="0"/>
          </a:p>
          <a:p>
            <a:pPr marL="0" indent="0" algn="ctr">
              <a:buFont typeface="Arial" panose="020B0604020202020204" pitchFamily="34" charset="0"/>
              <a:buNone/>
            </a:pPr>
            <a:r>
              <a:rPr lang="fr-FR" sz="1200" dirty="0"/>
              <a:t>11-13 Avenue du recteur Poincaré</a:t>
            </a:r>
          </a:p>
          <a:p>
            <a:pPr marL="0" indent="0" algn="ctr">
              <a:buFont typeface="Arial" panose="020B0604020202020204" pitchFamily="34" charset="0"/>
              <a:buNone/>
            </a:pPr>
            <a:r>
              <a:rPr lang="fr-FR" sz="1200" dirty="0"/>
              <a:t>75 016 Paris</a:t>
            </a:r>
          </a:p>
          <a:p>
            <a:pPr marL="0" indent="0" algn="ctr">
              <a:buFont typeface="Arial" panose="020B0604020202020204" pitchFamily="34" charset="0"/>
              <a:buNone/>
            </a:pPr>
            <a:endParaRPr lang="fr-FR" sz="1200" dirty="0"/>
          </a:p>
          <a:p>
            <a:pPr marL="0" indent="0" algn="ctr">
              <a:buNone/>
            </a:pPr>
            <a:r>
              <a:rPr lang="fr-FR" sz="1200" dirty="0" smtClean="0">
                <a:latin typeface="Segoe UI"/>
                <a:cs typeface="Segoe UI"/>
              </a:rPr>
              <a:t>06.xx.xx.xx.xx</a:t>
            </a:r>
            <a:r>
              <a:rPr lang="fr-FR" sz="1200" dirty="0">
                <a:latin typeface="Segoe UI"/>
                <a:cs typeface="Segoe UI"/>
              </a:rPr>
              <a:t> </a:t>
            </a:r>
            <a:endParaRPr lang="fr-FR" sz="1200" dirty="0"/>
          </a:p>
          <a:p>
            <a:pPr marL="0" indent="0" algn="ctr">
              <a:buFont typeface="Arial" panose="020B0604020202020204" pitchFamily="34" charset="0"/>
              <a:buNone/>
            </a:pPr>
            <a:r>
              <a:rPr lang="fr-FR" sz="1200" dirty="0" smtClean="0">
                <a:latin typeface="Segoe UI"/>
                <a:cs typeface="Segoe UI"/>
              </a:rPr>
              <a:t>xxxx@headmind.com</a:t>
            </a:r>
            <a:endParaRPr lang="fr-FR" sz="1200" dirty="0">
              <a:latin typeface="Segoe UI"/>
              <a:cs typeface="Segoe UI"/>
            </a:endParaRPr>
          </a:p>
        </p:txBody>
      </p:sp>
      <p:sp>
        <p:nvSpPr>
          <p:cNvPr id="11" name="Espace réservé du texte 1"/>
          <p:cNvSpPr txBox="1">
            <a:spLocks/>
          </p:cNvSpPr>
          <p:nvPr/>
        </p:nvSpPr>
        <p:spPr bwMode="auto">
          <a:xfrm>
            <a:off x="4014406" y="2951214"/>
            <a:ext cx="2617515" cy="30533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85750" indent="-285750" algn="l" rtl="0" eaLnBrk="1" fontAlgn="base" hangingPunct="1">
              <a:lnSpc>
                <a:spcPct val="112000"/>
              </a:lnSpc>
              <a:spcBef>
                <a:spcPts val="0"/>
              </a:spcBef>
              <a:spcAft>
                <a:spcPts val="600"/>
              </a:spcAft>
              <a:buFont typeface="Arial" panose="020B0604020202020204" pitchFamily="34" charset="0"/>
              <a:buChar char="•"/>
              <a:defRPr lang="fr-FR" sz="1800" b="0" i="0" kern="1200" dirty="0" smtClean="0">
                <a:solidFill>
                  <a:schemeClr val="tx1"/>
                </a:solidFill>
                <a:latin typeface="Segoe UI" panose="020B0502040204020203" pitchFamily="34" charset="0"/>
                <a:ea typeface="+mn-ea"/>
                <a:cs typeface="Segoe UI" panose="020B0502040204020203" pitchFamily="34" charset="0"/>
              </a:defRPr>
            </a:lvl1pPr>
            <a:lvl2pPr marL="612775" indent="-342900" algn="l" rtl="0" eaLnBrk="1" fontAlgn="base" hangingPunct="1">
              <a:lnSpc>
                <a:spcPct val="112000"/>
              </a:lnSpc>
              <a:spcBef>
                <a:spcPts val="0"/>
              </a:spcBef>
              <a:spcAft>
                <a:spcPts val="600"/>
              </a:spcAft>
              <a:buFont typeface="Browallia New" panose="020B0604020202020204" pitchFamily="34" charset="-34"/>
              <a:buChar char="›"/>
              <a:defRPr lang="fr-FR" sz="1600" b="0" i="0" kern="1200" dirty="0" smtClean="0">
                <a:solidFill>
                  <a:schemeClr val="tx1"/>
                </a:solidFill>
                <a:latin typeface="Segoe UI" panose="020B0502040204020203" pitchFamily="34" charset="0"/>
                <a:ea typeface="+mn-ea"/>
                <a:cs typeface="Segoe UI" panose="020B0502040204020203" pitchFamily="34" charset="0"/>
              </a:defRPr>
            </a:lvl2pPr>
            <a:lvl3pPr marL="920750" indent="-342900" algn="l" rtl="0" eaLnBrk="1" fontAlgn="base" hangingPunct="1">
              <a:lnSpc>
                <a:spcPct val="112000"/>
              </a:lnSpc>
              <a:spcBef>
                <a:spcPts val="0"/>
              </a:spcBef>
              <a:spcAft>
                <a:spcPts val="600"/>
              </a:spcAft>
              <a:buFont typeface="Calibri" panose="020F0502020204030204" pitchFamily="34" charset="0"/>
              <a:buChar char="»"/>
              <a:defRPr lang="fr-FR" sz="1400" b="0" i="0" kern="1200" dirty="0" smtClean="0">
                <a:solidFill>
                  <a:schemeClr val="tx1"/>
                </a:solidFill>
                <a:latin typeface="Segoe UI" panose="020B0502040204020203" pitchFamily="34" charset="0"/>
                <a:ea typeface="+mn-ea"/>
                <a:cs typeface="Segoe UI" panose="020B0502040204020203" pitchFamily="34" charset="0"/>
              </a:defRPr>
            </a:lvl3pPr>
            <a:lvl4pPr marL="1025525" indent="-285750" algn="l" rtl="0" eaLnBrk="1" fontAlgn="base" hangingPunct="1">
              <a:lnSpc>
                <a:spcPct val="112000"/>
              </a:lnSpc>
              <a:spcBef>
                <a:spcPts val="0"/>
              </a:spcBef>
              <a:spcAft>
                <a:spcPts val="600"/>
              </a:spcAft>
              <a:buFont typeface="Arial" panose="020B0604020202020204" pitchFamily="34" charset="0"/>
              <a:buNone/>
              <a:defRPr lang="fr-FR" sz="1400" b="0" i="0" kern="1200" dirty="0" smtClean="0">
                <a:solidFill>
                  <a:schemeClr val="tx1"/>
                </a:solidFill>
                <a:latin typeface="Segoe UI" panose="020B0502040204020203" pitchFamily="34" charset="0"/>
                <a:ea typeface="+mn-ea"/>
                <a:cs typeface="Segoe UI" panose="020B0502040204020203" pitchFamily="34" charset="0"/>
              </a:defRPr>
            </a:lvl4pPr>
            <a:lvl5pPr marL="1828800" indent="0" algn="l" rtl="0" eaLnBrk="1" fontAlgn="base" hangingPunct="1">
              <a:spcBef>
                <a:spcPct val="20000"/>
              </a:spcBef>
              <a:spcAft>
                <a:spcPct val="0"/>
              </a:spcAft>
              <a:buFont typeface="Arial" panose="020B0604020202020204" pitchFamily="34" charset="0"/>
              <a:buNone/>
              <a:defRPr sz="2000" kern="1200">
                <a:solidFill>
                  <a:schemeClr val="tx1">
                    <a:lumMod val="75000"/>
                    <a:lumOff val="25000"/>
                  </a:schemeClr>
                </a:solidFill>
                <a:latin typeface="Browallia New" panose="020B0604020202020204" pitchFamily="34" charset="-34"/>
                <a:ea typeface="+mn-ea"/>
                <a:cs typeface="Browallia New" panose="020B0604020202020204" pitchFamily="34" charset="-34"/>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fr-FR" sz="1500" b="1" err="1">
                <a:latin typeface="Segoe UI"/>
                <a:cs typeface="Segoe UI"/>
              </a:rPr>
              <a:t>Billal</a:t>
            </a:r>
            <a:r>
              <a:rPr lang="fr-FR" sz="1500" b="1">
                <a:latin typeface="Segoe UI"/>
                <a:cs typeface="Segoe UI"/>
              </a:rPr>
              <a:t> CHOULI</a:t>
            </a:r>
          </a:p>
          <a:p>
            <a:pPr marL="0" indent="0" algn="ctr">
              <a:buNone/>
            </a:pPr>
            <a:r>
              <a:rPr lang="fr-FR" sz="1400" i="1">
                <a:latin typeface="Segoe UI"/>
                <a:cs typeface="Segoe UI"/>
              </a:rPr>
              <a:t>Chief Science </a:t>
            </a:r>
            <a:r>
              <a:rPr lang="fr-FR" sz="1400" i="1" err="1">
                <a:latin typeface="Segoe UI"/>
                <a:cs typeface="Segoe UI"/>
              </a:rPr>
              <a:t>Officer</a:t>
            </a:r>
            <a:endParaRPr lang="fr-FR" sz="1400" i="1" err="1"/>
          </a:p>
          <a:p>
            <a:pPr algn="ctr"/>
            <a:endParaRPr lang="fr-FR" sz="1200"/>
          </a:p>
          <a:p>
            <a:pPr marL="0" indent="0" algn="ctr">
              <a:buFont typeface="Arial" panose="020B0604020202020204" pitchFamily="34" charset="0"/>
              <a:buNone/>
            </a:pPr>
            <a:r>
              <a:rPr lang="fr-FR" sz="1200"/>
              <a:t>Pavillon </a:t>
            </a:r>
            <a:r>
              <a:rPr lang="fr-FR" sz="1200" err="1"/>
              <a:t>Bourdan</a:t>
            </a:r>
            <a:endParaRPr lang="fr-FR" sz="1200"/>
          </a:p>
          <a:p>
            <a:pPr marL="0" indent="0" algn="ctr">
              <a:buFont typeface="Arial" panose="020B0604020202020204" pitchFamily="34" charset="0"/>
              <a:buNone/>
            </a:pPr>
            <a:r>
              <a:rPr lang="fr-FR" sz="1200"/>
              <a:t>11-13 Avenue du recteur Poincaré</a:t>
            </a:r>
          </a:p>
          <a:p>
            <a:pPr marL="0" indent="0" algn="ctr">
              <a:buFont typeface="Arial" panose="020B0604020202020204" pitchFamily="34" charset="0"/>
              <a:buNone/>
            </a:pPr>
            <a:r>
              <a:rPr lang="fr-FR" sz="1200"/>
              <a:t>75 016 Paris</a:t>
            </a:r>
          </a:p>
          <a:p>
            <a:pPr marL="0" indent="0" algn="ctr">
              <a:buFont typeface="Arial" panose="020B0604020202020204" pitchFamily="34" charset="0"/>
              <a:buNone/>
            </a:pPr>
            <a:endParaRPr lang="fr-FR" sz="1200"/>
          </a:p>
          <a:p>
            <a:pPr marL="0" indent="0" algn="ctr">
              <a:buNone/>
            </a:pPr>
            <a:r>
              <a:rPr lang="fr-FR" sz="1200">
                <a:latin typeface="Segoe UI"/>
                <a:cs typeface="Segoe UI"/>
              </a:rPr>
              <a:t>06.31.62.63.79 </a:t>
            </a:r>
            <a:endParaRPr lang="fr-FR" sz="1200"/>
          </a:p>
          <a:p>
            <a:pPr marL="0" indent="0" algn="ctr">
              <a:buFont typeface="Arial" panose="020B0604020202020204" pitchFamily="34" charset="0"/>
              <a:buNone/>
            </a:pPr>
            <a:r>
              <a:rPr lang="fr-FR" sz="1200">
                <a:latin typeface="Segoe UI"/>
                <a:cs typeface="Segoe UI"/>
              </a:rPr>
              <a:t>bchouli812@headmind.com</a:t>
            </a:r>
          </a:p>
        </p:txBody>
      </p:sp>
      <p:sp>
        <p:nvSpPr>
          <p:cNvPr id="14" name="Espace réservé du numéro de diapositive 3"/>
          <p:cNvSpPr>
            <a:spLocks noGrp="1"/>
          </p:cNvSpPr>
          <p:nvPr>
            <p:ph type="sldNum" sz="quarter" idx="4"/>
          </p:nvPr>
        </p:nvSpPr>
        <p:spPr>
          <a:xfrm>
            <a:off x="11296150" y="6435303"/>
            <a:ext cx="654550" cy="365125"/>
          </a:xfrm>
        </p:spPr>
        <p:txBody>
          <a:bodyPr/>
          <a:lstStyle/>
          <a:p>
            <a:pPr>
              <a:defRPr/>
            </a:pPr>
            <a:fld id="{F4FEB08F-923E-484A-9FC5-0AA7BDA29BD6}" type="slidenum">
              <a:rPr lang="fr-FR" smtClean="0"/>
              <a:pPr>
                <a:defRPr/>
              </a:pPr>
              <a:t>20</a:t>
            </a:fld>
            <a:endParaRPr lang="fr-FR"/>
          </a:p>
        </p:txBody>
      </p:sp>
      <p:pic>
        <p:nvPicPr>
          <p:cNvPr id="3" name="Image 2" descr="Une image contenant Visage humain, personne, portrait, noir et blanc&#10;&#10;Description générée automatiquement">
            <a:extLst>
              <a:ext uri="{FF2B5EF4-FFF2-40B4-BE49-F238E27FC236}">
                <a16:creationId xmlns:a16="http://schemas.microsoft.com/office/drawing/2014/main" id="{161D0C9C-ED65-6CFE-DC30-B23700756C9E}"/>
              </a:ext>
            </a:extLst>
          </p:cNvPr>
          <p:cNvPicPr>
            <a:picLocks noChangeAspect="1"/>
          </p:cNvPicPr>
          <p:nvPr/>
        </p:nvPicPr>
        <p:blipFill>
          <a:blip r:embed="rId4"/>
          <a:stretch>
            <a:fillRect/>
          </a:stretch>
        </p:blipFill>
        <p:spPr>
          <a:xfrm>
            <a:off x="4448175" y="838200"/>
            <a:ext cx="1743075" cy="1752600"/>
          </a:xfrm>
          <a:prstGeom prst="flowChartConnector">
            <a:avLst/>
          </a:prstGeom>
          <a:ln w="57150">
            <a:solidFill>
              <a:schemeClr val="accent1"/>
            </a:solidFill>
          </a:ln>
        </p:spPr>
      </p:pic>
      <p:sp>
        <p:nvSpPr>
          <p:cNvPr id="5" name="Espace réservé du pied de page 3">
            <a:extLst>
              <a:ext uri="{FF2B5EF4-FFF2-40B4-BE49-F238E27FC236}">
                <a16:creationId xmlns:a16="http://schemas.microsoft.com/office/drawing/2014/main" id="{5AC304C2-3490-67E7-C0FD-D3B19FA14192}"/>
              </a:ext>
            </a:extLst>
          </p:cNvPr>
          <p:cNvSpPr>
            <a:spLocks noGrp="1"/>
          </p:cNvSpPr>
          <p:nvPr>
            <p:ph type="ftr" sz="quarter" idx="3"/>
          </p:nvPr>
        </p:nvSpPr>
        <p:spPr>
          <a:xfrm>
            <a:off x="194408" y="6435303"/>
            <a:ext cx="5672016" cy="365125"/>
          </a:xfrm>
        </p:spPr>
        <p:txBody>
          <a:bodyPr lIns="91440" tIns="108000" rIns="91440" bIns="45720" anchor="t"/>
          <a:lstStyle/>
          <a:p>
            <a:r>
              <a:rPr lang="fr-FR" dirty="0">
                <a:cs typeface="Browallia New"/>
              </a:rPr>
              <a:t>2024 | ©</a:t>
            </a:r>
            <a:r>
              <a:rPr lang="fr-FR" dirty="0" err="1">
                <a:cs typeface="Browallia New"/>
              </a:rPr>
              <a:t>HeadMind</a:t>
            </a:r>
            <a:r>
              <a:rPr lang="fr-FR" dirty="0">
                <a:cs typeface="Browallia New"/>
              </a:rPr>
              <a:t> </a:t>
            </a:r>
            <a:r>
              <a:rPr lang="fr-FR" dirty="0" err="1">
                <a:cs typeface="Browallia New"/>
              </a:rPr>
              <a:t>Partners</a:t>
            </a:r>
            <a:r>
              <a:rPr lang="fr-FR" dirty="0">
                <a:cs typeface="Browallia New"/>
              </a:rPr>
              <a:t> | Confidentiel</a:t>
            </a:r>
            <a:endParaRPr lang="fr-FR" dirty="0"/>
          </a:p>
        </p:txBody>
      </p:sp>
      <p:sp>
        <p:nvSpPr>
          <p:cNvPr id="2" name="Ellipse 1"/>
          <p:cNvSpPr/>
          <p:nvPr/>
        </p:nvSpPr>
        <p:spPr>
          <a:xfrm>
            <a:off x="1384723" y="796138"/>
            <a:ext cx="1835806" cy="18382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6089692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heme/theme1.xml><?xml version="1.0" encoding="utf-8"?>
<a:theme xmlns:a="http://schemas.openxmlformats.org/drawingml/2006/main" name="2022_HeadMind Partners_Modèles Slides">
  <a:themeElements>
    <a:clrScheme name="Charte HeadMind">
      <a:dk1>
        <a:srgbClr val="00263A"/>
      </a:dk1>
      <a:lt1>
        <a:srgbClr val="FFFFFF"/>
      </a:lt1>
      <a:dk2>
        <a:srgbClr val="003057"/>
      </a:dk2>
      <a:lt2>
        <a:srgbClr val="E8E8E8"/>
      </a:lt2>
      <a:accent1>
        <a:srgbClr val="00263A"/>
      </a:accent1>
      <a:accent2>
        <a:srgbClr val="003057"/>
      </a:accent2>
      <a:accent3>
        <a:srgbClr val="0F4379"/>
      </a:accent3>
      <a:accent4>
        <a:srgbClr val="007DBA"/>
      </a:accent4>
      <a:accent5>
        <a:srgbClr val="5BC2E7"/>
      </a:accent5>
      <a:accent6>
        <a:srgbClr val="FFFFFF"/>
      </a:accent6>
      <a:hlink>
        <a:srgbClr val="0F4379"/>
      </a:hlink>
      <a:folHlink>
        <a:srgbClr val="007DBA"/>
      </a:folHlink>
    </a:clrScheme>
    <a:fontScheme name="Polices Beijaflore">
      <a:majorFont>
        <a:latin typeface="Franklin Gothic Boo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harte_16-9_Cyber_Risk_&amp;_Security" id="{859E77B1-0A8D-4D87-BC64-97828DB24B70}" vid="{22F60A70-1E94-46AF-BF7F-06FD5DF3ACD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25F8FD53D4F3741B68DA7732C17FADC" ma:contentTypeVersion="12" ma:contentTypeDescription="Crée un document." ma:contentTypeScope="" ma:versionID="9ee446d1bd93f735a7b50dd3f2d26f40">
  <xsd:schema xmlns:xsd="http://www.w3.org/2001/XMLSchema" xmlns:xs="http://www.w3.org/2001/XMLSchema" xmlns:p="http://schemas.microsoft.com/office/2006/metadata/properties" xmlns:ns2="e3f3dc06-3cb5-4390-aa5f-91be3b9dd513" xmlns:ns3="2fbd3f14-80fc-406f-9540-2dbc96d55313" targetNamespace="http://schemas.microsoft.com/office/2006/metadata/properties" ma:root="true" ma:fieldsID="23d5c934e3f0693ee8dcb8c70453da63" ns2:_="" ns3:_="">
    <xsd:import namespace="e3f3dc06-3cb5-4390-aa5f-91be3b9dd513"/>
    <xsd:import namespace="2fbd3f14-80fc-406f-9540-2dbc96d5531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f3dc06-3cb5-4390-aa5f-91be3b9dd51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Balises d’images" ma:readOnly="false" ma:fieldId="{5cf76f15-5ced-4ddc-b409-7134ff3c332f}" ma:taxonomyMulti="true" ma:sspId="847d4884-bd92-40df-a728-716cea7b4407"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fbd3f14-80fc-406f-9540-2dbc96d55313" elementFormDefault="qualified">
    <xsd:import namespace="http://schemas.microsoft.com/office/2006/documentManagement/types"/>
    <xsd:import namespace="http://schemas.microsoft.com/office/infopath/2007/PartnerControls"/>
    <xsd:element name="SharedWithUsers" ma:index="1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3f3dc06-3cb5-4390-aa5f-91be3b9dd51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5B05E0E-2F1C-43C5-ABA3-AA3AA44259D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f3dc06-3cb5-4390-aa5f-91be3b9dd513"/>
    <ds:schemaRef ds:uri="2fbd3f14-80fc-406f-9540-2dbc96d553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D0BB67C-65DE-41C7-8744-2DCCF37C906A}">
  <ds:schemaRefs>
    <ds:schemaRef ds:uri="http://schemas.microsoft.com/sharepoint/v3/contenttype/forms"/>
  </ds:schemaRefs>
</ds:datastoreItem>
</file>

<file path=customXml/itemProps3.xml><?xml version="1.0" encoding="utf-8"?>
<ds:datastoreItem xmlns:ds="http://schemas.openxmlformats.org/officeDocument/2006/customXml" ds:itemID="{4D89AEE9-BE29-4C35-9D1C-D1439C7589E6}">
  <ds:schemaRefs>
    <ds:schemaRef ds:uri="http://schemas.microsoft.com/office/2006/documentManagement/types"/>
    <ds:schemaRef ds:uri="e3f3dc06-3cb5-4390-aa5f-91be3b9dd513"/>
    <ds:schemaRef ds:uri="http://purl.org/dc/elements/1.1/"/>
    <ds:schemaRef ds:uri="http://purl.org/dc/terms/"/>
    <ds:schemaRef ds:uri="http://schemas.microsoft.com/office/infopath/2007/PartnerControls"/>
    <ds:schemaRef ds:uri="http://schemas.openxmlformats.org/package/2006/metadata/core-properties"/>
    <ds:schemaRef ds:uri="http://www.w3.org/XML/1998/namespace"/>
    <ds:schemaRef ds:uri="2fbd3f14-80fc-406f-9540-2dbc96d55313"/>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5646</TotalTime>
  <Words>1178</Words>
  <Application>Microsoft Office PowerPoint</Application>
  <PresentationFormat>Grand écran</PresentationFormat>
  <Paragraphs>181</Paragraphs>
  <Slides>20</Slides>
  <Notes>3</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20</vt:i4>
      </vt:variant>
    </vt:vector>
  </HeadingPairs>
  <TitlesOfParts>
    <vt:vector size="30" baseType="lpstr">
      <vt:lpstr>Arial</vt:lpstr>
      <vt:lpstr>Bodoni 72 Bold</vt:lpstr>
      <vt:lpstr>Browallia New</vt:lpstr>
      <vt:lpstr>Calibri</vt:lpstr>
      <vt:lpstr>Franklin Gothic Book</vt:lpstr>
      <vt:lpstr>Franklin Gothic Medium</vt:lpstr>
      <vt:lpstr>Segoe UI</vt:lpstr>
      <vt:lpstr>var(--font-heading)</vt:lpstr>
      <vt:lpstr>Wingdings</vt:lpstr>
      <vt:lpstr>2022_HeadMind Partners_Modèles Slides</vt:lpstr>
      <vt:lpstr>Stage Optim-Bet: Optimiser les gains dans le monde des paris sportifs</vt:lpstr>
      <vt:lpstr>Analyse du marché</vt:lpstr>
      <vt:lpstr>Historique</vt:lpstr>
      <vt:lpstr>Evolution du marché du paris sportif</vt:lpstr>
      <vt:lpstr>Drivers de l’évolution</vt:lpstr>
      <vt:lpstr>Principaux acteurs et part de marché</vt:lpstr>
      <vt:lpstr>Segmentation du marché</vt:lpstr>
      <vt:lpstr>Formalisation du problème</vt:lpstr>
      <vt:lpstr>Formalisation du problème</vt:lpstr>
      <vt:lpstr>Objectifs du projet </vt:lpstr>
      <vt:lpstr>Point de vue du Bookmaker</vt:lpstr>
      <vt:lpstr>Point de vue du parieur</vt:lpstr>
      <vt:lpstr>Contexte</vt:lpstr>
      <vt:lpstr>Contexte</vt:lpstr>
      <vt:lpstr>Titre</vt:lpstr>
      <vt:lpstr>TITRE</vt:lpstr>
      <vt:lpstr>Titre </vt:lpstr>
      <vt:lpstr>TITRE </vt:lpstr>
      <vt:lpstr>Sources</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Benard, Florian</dc:creator>
  <cp:lastModifiedBy>Delavande, Julien</cp:lastModifiedBy>
  <cp:revision>51</cp:revision>
  <dcterms:created xsi:type="dcterms:W3CDTF">2024-01-25T10:31:04Z</dcterms:created>
  <dcterms:modified xsi:type="dcterms:W3CDTF">2024-10-10T17:01:09Z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0x010100225F8FD53D4F3741B68DA7732C17FADC</vt:lpwstr>
  </property>
  <property fmtid="{D5CDD505-2E9C-101B-9397-08002B2CF9AE}" pid="3" name="MediaServiceImageTags">
    <vt:lpwstr/>
  </property>
  <property fmtid="{D5CDD505-2E9C-101B-9397-08002B2CF9AE}" pid="4" name="xd_ProgID">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xd_Signature">
    <vt:bool>false</vt:bool>
  </property>
</Properties>
</file>